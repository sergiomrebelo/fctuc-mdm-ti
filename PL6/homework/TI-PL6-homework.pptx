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14"/>
  </p:notesMasterIdLst>
  <p:sldIdLst>
    <p:sldId id="256" r:id="rId3"/>
    <p:sldId id="325" r:id="rId4"/>
    <p:sldId id="332" r:id="rId5"/>
    <p:sldId id="333" r:id="rId6"/>
    <p:sldId id="335" r:id="rId7"/>
    <p:sldId id="362" r:id="rId8"/>
    <p:sldId id="363" r:id="rId9"/>
    <p:sldId id="369" r:id="rId10"/>
    <p:sldId id="370" r:id="rId11"/>
    <p:sldId id="344" r:id="rId12"/>
    <p:sldId id="343"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p:restoredTop sz="94694"/>
  </p:normalViewPr>
  <p:slideViewPr>
    <p:cSldViewPr snapToGrid="0">
      <p:cViewPr>
        <p:scale>
          <a:sx n="136" d="100"/>
          <a:sy n="136" d="100"/>
        </p:scale>
        <p:origin x="1392"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9C219E-5993-FE49-A609-0298E150E9E5}" type="datetimeFigureOut">
              <a:rPr lang="en-GB" smtClean="0"/>
              <a:t>24/03/2025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5CDAD-34E7-8F40-9FB2-8F62DF895ABD}" type="slidenum">
              <a:rPr lang="en-GB" smtClean="0"/>
              <a:t>‹#›</a:t>
            </a:fld>
            <a:endParaRPr lang="en-GB"/>
          </a:p>
        </p:txBody>
      </p:sp>
    </p:spTree>
    <p:extLst>
      <p:ext uri="{BB962C8B-B14F-4D97-AF65-F5344CB8AC3E}">
        <p14:creationId xmlns:p14="http://schemas.microsoft.com/office/powerpoint/2010/main" val="2221683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Shape 403"/>
          <p:cNvSpPr>
            <a:spLocks noGrp="1" noRot="1" noChangeAspect="1"/>
          </p:cNvSpPr>
          <p:nvPr>
            <p:ph type="sldImg"/>
          </p:nvPr>
        </p:nvSpPr>
        <p:spPr>
          <a:prstGeom prst="rect">
            <a:avLst/>
          </a:prstGeom>
        </p:spPr>
        <p:txBody>
          <a:bodyPr/>
          <a:lstStyle/>
          <a:p>
            <a:endParaRPr/>
          </a:p>
        </p:txBody>
      </p:sp>
      <p:sp>
        <p:nvSpPr>
          <p:cNvPr id="404" name="Shape 404"/>
          <p:cNvSpPr>
            <a:spLocks noGrp="1"/>
          </p:cNvSpPr>
          <p:nvPr>
            <p:ph type="body" sz="quarter" idx="1"/>
          </p:nvPr>
        </p:nvSpPr>
        <p:spPr>
          <a:prstGeom prst="rect">
            <a:avLst/>
          </a:prstGeom>
        </p:spPr>
        <p:txBody>
          <a:bodyPr/>
          <a:lstStyle>
            <a:lvl1pPr>
              <a:defRPr sz="2500"/>
            </a:lvl1pPr>
          </a:lstStyle>
          <a:p>
            <a:r>
              <a:t>o timeout = 0.1 retorna -1 no caso de não estar a ler nada</a:t>
            </a:r>
          </a:p>
        </p:txBody>
      </p:sp>
    </p:spTree>
    <p:extLst>
      <p:ext uri="{BB962C8B-B14F-4D97-AF65-F5344CB8AC3E}">
        <p14:creationId xmlns:p14="http://schemas.microsoft.com/office/powerpoint/2010/main" val="1362190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Shape 411"/>
          <p:cNvSpPr>
            <a:spLocks noGrp="1" noRot="1" noChangeAspect="1"/>
          </p:cNvSpPr>
          <p:nvPr>
            <p:ph type="sldImg"/>
          </p:nvPr>
        </p:nvSpPr>
        <p:spPr>
          <a:prstGeom prst="rect">
            <a:avLst/>
          </a:prstGeom>
        </p:spPr>
        <p:txBody>
          <a:bodyPr/>
          <a:lstStyle/>
          <a:p>
            <a:endParaRPr/>
          </a:p>
        </p:txBody>
      </p:sp>
      <p:sp>
        <p:nvSpPr>
          <p:cNvPr id="412" name="Shape 412"/>
          <p:cNvSpPr>
            <a:spLocks noGrp="1"/>
          </p:cNvSpPr>
          <p:nvPr>
            <p:ph type="body" sz="quarter" idx="1"/>
          </p:nvPr>
        </p:nvSpPr>
        <p:spPr>
          <a:prstGeom prst="rect">
            <a:avLst/>
          </a:prstGeom>
        </p:spPr>
        <p:txBody>
          <a:bodyPr/>
          <a:lstStyle>
            <a:lvl1pPr>
              <a:defRPr sz="2500"/>
            </a:lvl1pPr>
          </a:lstStyle>
          <a:p>
            <a:r>
              <a:t>o timeout = 0.1 retorna -1 no caso de não estar a ler nada</a:t>
            </a:r>
          </a:p>
        </p:txBody>
      </p:sp>
    </p:spTree>
    <p:extLst>
      <p:ext uri="{BB962C8B-B14F-4D97-AF65-F5344CB8AC3E}">
        <p14:creationId xmlns:p14="http://schemas.microsoft.com/office/powerpoint/2010/main" val="1741091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Shape 427"/>
          <p:cNvSpPr>
            <a:spLocks noGrp="1" noRot="1" noChangeAspect="1"/>
          </p:cNvSpPr>
          <p:nvPr>
            <p:ph type="sldImg"/>
          </p:nvPr>
        </p:nvSpPr>
        <p:spPr>
          <a:prstGeom prst="rect">
            <a:avLst/>
          </a:prstGeom>
        </p:spPr>
        <p:txBody>
          <a:bodyPr/>
          <a:lstStyle/>
          <a:p>
            <a:endParaRPr/>
          </a:p>
        </p:txBody>
      </p:sp>
      <p:sp>
        <p:nvSpPr>
          <p:cNvPr id="428" name="Shape 428"/>
          <p:cNvSpPr>
            <a:spLocks noGrp="1"/>
          </p:cNvSpPr>
          <p:nvPr>
            <p:ph type="body" sz="quarter" idx="1"/>
          </p:nvPr>
        </p:nvSpPr>
        <p:spPr>
          <a:prstGeom prst="rect">
            <a:avLst/>
          </a:prstGeom>
        </p:spPr>
        <p:txBody>
          <a:bodyPr/>
          <a:lstStyle>
            <a:lvl1pPr>
              <a:defRPr sz="2500"/>
            </a:lvl1pPr>
          </a:lstStyle>
          <a:p>
            <a:r>
              <a:rPr dirty="0"/>
              <a:t>o timeout = 0.1 </a:t>
            </a:r>
            <a:r>
              <a:rPr dirty="0" err="1"/>
              <a:t>retorna</a:t>
            </a:r>
            <a:r>
              <a:rPr dirty="0"/>
              <a:t> -1 no </a:t>
            </a:r>
            <a:r>
              <a:rPr dirty="0" err="1"/>
              <a:t>caso</a:t>
            </a:r>
            <a:r>
              <a:rPr dirty="0"/>
              <a:t> de </a:t>
            </a:r>
            <a:r>
              <a:rPr dirty="0" err="1"/>
              <a:t>não</a:t>
            </a:r>
            <a:r>
              <a:rPr dirty="0"/>
              <a:t> </a:t>
            </a:r>
            <a:r>
              <a:rPr dirty="0" err="1"/>
              <a:t>estar</a:t>
            </a:r>
            <a:r>
              <a:rPr dirty="0"/>
              <a:t> a </a:t>
            </a:r>
            <a:r>
              <a:rPr dirty="0" err="1"/>
              <a:t>ler</a:t>
            </a:r>
            <a:r>
              <a:rPr dirty="0"/>
              <a:t> nada</a:t>
            </a:r>
          </a:p>
        </p:txBody>
      </p:sp>
    </p:spTree>
    <p:extLst>
      <p:ext uri="{BB962C8B-B14F-4D97-AF65-F5344CB8AC3E}">
        <p14:creationId xmlns:p14="http://schemas.microsoft.com/office/powerpoint/2010/main" val="2450218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Shape 440"/>
          <p:cNvSpPr>
            <a:spLocks noGrp="1" noRot="1" noChangeAspect="1"/>
          </p:cNvSpPr>
          <p:nvPr>
            <p:ph type="sldImg"/>
          </p:nvPr>
        </p:nvSpPr>
        <p:spPr>
          <a:prstGeom prst="rect">
            <a:avLst/>
          </a:prstGeom>
        </p:spPr>
        <p:txBody>
          <a:bodyPr/>
          <a:lstStyle/>
          <a:p>
            <a:endParaRPr/>
          </a:p>
        </p:txBody>
      </p:sp>
      <p:sp>
        <p:nvSpPr>
          <p:cNvPr id="441" name="Shape 441"/>
          <p:cNvSpPr>
            <a:spLocks noGrp="1"/>
          </p:cNvSpPr>
          <p:nvPr>
            <p:ph type="body" sz="quarter" idx="1"/>
          </p:nvPr>
        </p:nvSpPr>
        <p:spPr>
          <a:prstGeom prst="rect">
            <a:avLst/>
          </a:prstGeom>
        </p:spPr>
        <p:txBody>
          <a:bodyPr/>
          <a:lstStyle>
            <a:lvl1pPr>
              <a:defRPr sz="2500"/>
            </a:lvl1pPr>
          </a:lstStyle>
          <a:p>
            <a:r>
              <a:rPr dirty="0"/>
              <a:t>o timeout = 0.1 </a:t>
            </a:r>
            <a:r>
              <a:rPr dirty="0" err="1"/>
              <a:t>retorna</a:t>
            </a:r>
            <a:r>
              <a:rPr dirty="0"/>
              <a:t> -1 no </a:t>
            </a:r>
            <a:r>
              <a:rPr dirty="0" err="1"/>
              <a:t>caso</a:t>
            </a:r>
            <a:r>
              <a:rPr dirty="0"/>
              <a:t> de </a:t>
            </a:r>
            <a:r>
              <a:rPr dirty="0" err="1"/>
              <a:t>não</a:t>
            </a:r>
            <a:r>
              <a:rPr dirty="0"/>
              <a:t> </a:t>
            </a:r>
            <a:r>
              <a:rPr dirty="0" err="1"/>
              <a:t>estar</a:t>
            </a:r>
            <a:r>
              <a:rPr dirty="0"/>
              <a:t> a </a:t>
            </a:r>
            <a:r>
              <a:rPr dirty="0" err="1"/>
              <a:t>ler</a:t>
            </a:r>
            <a:r>
              <a:rPr dirty="0"/>
              <a:t> nada</a:t>
            </a:r>
          </a:p>
        </p:txBody>
      </p:sp>
    </p:spTree>
    <p:extLst>
      <p:ext uri="{BB962C8B-B14F-4D97-AF65-F5344CB8AC3E}">
        <p14:creationId xmlns:p14="http://schemas.microsoft.com/office/powerpoint/2010/main" val="993041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Shape 440"/>
          <p:cNvSpPr>
            <a:spLocks noGrp="1" noRot="1" noChangeAspect="1"/>
          </p:cNvSpPr>
          <p:nvPr>
            <p:ph type="sldImg"/>
          </p:nvPr>
        </p:nvSpPr>
        <p:spPr>
          <a:prstGeom prst="rect">
            <a:avLst/>
          </a:prstGeom>
        </p:spPr>
        <p:txBody>
          <a:bodyPr/>
          <a:lstStyle/>
          <a:p>
            <a:endParaRPr/>
          </a:p>
        </p:txBody>
      </p:sp>
      <p:sp>
        <p:nvSpPr>
          <p:cNvPr id="441" name="Shape 441"/>
          <p:cNvSpPr>
            <a:spLocks noGrp="1"/>
          </p:cNvSpPr>
          <p:nvPr>
            <p:ph type="body" sz="quarter" idx="1"/>
          </p:nvPr>
        </p:nvSpPr>
        <p:spPr>
          <a:prstGeom prst="rect">
            <a:avLst/>
          </a:prstGeom>
        </p:spPr>
        <p:txBody>
          <a:bodyPr/>
          <a:lstStyle>
            <a:lvl1pPr>
              <a:defRPr sz="2500"/>
            </a:lvl1pPr>
          </a:lstStyle>
          <a:p>
            <a:r>
              <a:rPr dirty="0"/>
              <a:t>o timeout = 0.1 </a:t>
            </a:r>
            <a:r>
              <a:rPr dirty="0" err="1"/>
              <a:t>retorna</a:t>
            </a:r>
            <a:r>
              <a:rPr dirty="0"/>
              <a:t> -1 no </a:t>
            </a:r>
            <a:r>
              <a:rPr dirty="0" err="1"/>
              <a:t>caso</a:t>
            </a:r>
            <a:r>
              <a:rPr dirty="0"/>
              <a:t> de </a:t>
            </a:r>
            <a:r>
              <a:rPr dirty="0" err="1"/>
              <a:t>não</a:t>
            </a:r>
            <a:r>
              <a:rPr dirty="0"/>
              <a:t> </a:t>
            </a:r>
            <a:r>
              <a:rPr dirty="0" err="1"/>
              <a:t>estar</a:t>
            </a:r>
            <a:r>
              <a:rPr dirty="0"/>
              <a:t> a </a:t>
            </a:r>
            <a:r>
              <a:rPr dirty="0" err="1"/>
              <a:t>ler</a:t>
            </a:r>
            <a:r>
              <a:rPr dirty="0"/>
              <a:t> nada</a:t>
            </a:r>
          </a:p>
        </p:txBody>
      </p:sp>
    </p:spTree>
    <p:extLst>
      <p:ext uri="{BB962C8B-B14F-4D97-AF65-F5344CB8AC3E}">
        <p14:creationId xmlns:p14="http://schemas.microsoft.com/office/powerpoint/2010/main" val="2332776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FBB13-A9FB-C145-AABC-6EA31E9216C4}"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377985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FBB13-A9FB-C145-AABC-6EA31E9216C4}"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4087823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FBB13-A9FB-C145-AABC-6EA31E9216C4}"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2715792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FBB13-A9FB-C145-AABC-6EA31E9216C4}" type="datetimeFigureOut">
              <a:rPr lang="en-GB" smtClean="0"/>
              <a:t>24/03/2025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427519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FBB13-A9FB-C145-AABC-6EA31E9216C4}" type="datetimeFigureOut">
              <a:rPr lang="en-GB" smtClean="0"/>
              <a:t>24/03/2025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3666800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FBB13-A9FB-C145-AABC-6EA31E9216C4}" type="datetimeFigureOut">
              <a:rPr lang="en-GB" smtClean="0"/>
              <a:t>24/03/2025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2476986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FBB13-A9FB-C145-AABC-6EA31E9216C4}" type="datetimeFigureOut">
              <a:rPr lang="en-GB" smtClean="0"/>
              <a:t>24/03/2025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11385566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61FBB13-A9FB-C145-AABC-6EA31E9216C4}" type="datetimeFigureOut">
              <a:rPr lang="en-GB" smtClean="0"/>
              <a:t>24/03/2025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851265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B61FBB13-A9FB-C145-AABC-6EA31E9216C4}" type="datetimeFigureOut">
              <a:rPr lang="en-GB" smtClean="0"/>
              <a:t>24/03/2025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1014204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FBB13-A9FB-C145-AABC-6EA31E9216C4}"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4095665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FBB13-A9FB-C145-AABC-6EA31E9216C4}" type="datetimeFigureOut">
              <a:rPr lang="en-GB" smtClean="0"/>
              <a:t>24/03/2025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B7037-5AFD-8F45-8092-E9E857E4ABEF}" type="slidenum">
              <a:rPr lang="en-GB" smtClean="0"/>
              <a:t>‹#›</a:t>
            </a:fld>
            <a:endParaRPr lang="en-GB"/>
          </a:p>
        </p:txBody>
      </p:sp>
    </p:spTree>
    <p:extLst>
      <p:ext uri="{BB962C8B-B14F-4D97-AF65-F5344CB8AC3E}">
        <p14:creationId xmlns:p14="http://schemas.microsoft.com/office/powerpoint/2010/main" val="6979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Title Text"/>
          <p:cNvSpPr txBox="1">
            <a:spLocks noGrp="1"/>
          </p:cNvSpPr>
          <p:nvPr>
            <p:ph type="title"/>
          </p:nvPr>
        </p:nvSpPr>
        <p:spPr>
          <a:xfrm>
            <a:off x="799117" y="1828800"/>
            <a:ext cx="6173810" cy="2895600"/>
          </a:xfrm>
          <a:prstGeom prst="rect">
            <a:avLst/>
          </a:prstGeom>
        </p:spPr>
        <p:txBody>
          <a:bodyPr/>
          <a:lstStyle>
            <a:lvl1pPr>
              <a:lnSpc>
                <a:spcPct val="80000"/>
              </a:lnSpc>
              <a:defRPr sz="6600"/>
            </a:lvl1pPr>
          </a:lstStyle>
          <a:p>
            <a:r>
              <a:t>Title Text</a:t>
            </a:r>
          </a:p>
        </p:txBody>
      </p:sp>
      <p:sp>
        <p:nvSpPr>
          <p:cNvPr id="12" name="Body Level One…"/>
          <p:cNvSpPr txBox="1">
            <a:spLocks noGrp="1"/>
          </p:cNvSpPr>
          <p:nvPr>
            <p:ph type="body" sz="quarter" idx="1"/>
          </p:nvPr>
        </p:nvSpPr>
        <p:spPr>
          <a:xfrm>
            <a:off x="799117" y="4800600"/>
            <a:ext cx="6173810" cy="1219200"/>
          </a:xfrm>
          <a:prstGeom prst="rect">
            <a:avLst/>
          </a:prstGeom>
        </p:spPr>
        <p:txBody>
          <a:bodyPr/>
          <a:lstStyle>
            <a:lvl1pPr marL="0" indent="0">
              <a:spcBef>
                <a:spcPts val="0"/>
              </a:spcBef>
              <a:buClrTx/>
              <a:buSzTx/>
              <a:buFontTx/>
              <a:buNone/>
              <a:defRPr sz="2000" cap="all" spc="200">
                <a:solidFill>
                  <a:schemeClr val="accent1"/>
                </a:solidFill>
              </a:defRPr>
            </a:lvl1pPr>
            <a:lvl2pPr marL="0" indent="457200">
              <a:spcBef>
                <a:spcPts val="0"/>
              </a:spcBef>
              <a:buClrTx/>
              <a:buSzTx/>
              <a:buFontTx/>
              <a:buNone/>
              <a:defRPr sz="2000" cap="all" spc="200">
                <a:solidFill>
                  <a:schemeClr val="accent1"/>
                </a:solidFill>
              </a:defRPr>
            </a:lvl2pPr>
            <a:lvl3pPr marL="0" indent="914400">
              <a:spcBef>
                <a:spcPts val="0"/>
              </a:spcBef>
              <a:buClrTx/>
              <a:buSzTx/>
              <a:buFontTx/>
              <a:buNone/>
              <a:defRPr sz="2000" cap="all" spc="200">
                <a:solidFill>
                  <a:schemeClr val="accent1"/>
                </a:solidFill>
              </a:defRPr>
            </a:lvl3pPr>
            <a:lvl4pPr marL="0" indent="1371600">
              <a:spcBef>
                <a:spcPts val="0"/>
              </a:spcBef>
              <a:buClrTx/>
              <a:buSzTx/>
              <a:buFontTx/>
              <a:buNone/>
              <a:defRPr sz="2000" cap="all" spc="200">
                <a:solidFill>
                  <a:schemeClr val="accent1"/>
                </a:solidFill>
              </a:defRPr>
            </a:lvl4pPr>
            <a:lvl5pPr marL="0" indent="1828800">
              <a:spcBef>
                <a:spcPts val="0"/>
              </a:spcBef>
              <a:buClrTx/>
              <a:buSzTx/>
              <a:buFontTx/>
              <a:buNone/>
              <a:defRPr sz="2000" cap="all" spc="2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5441359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alpha val="95000"/>
          </a:srgbClr>
        </a:solidFill>
        <a:effectLst/>
      </p:bgPr>
    </p:bg>
    <p:spTree>
      <p:nvGrpSpPr>
        <p:cNvPr id="1" name=""/>
        <p:cNvGrpSpPr/>
        <p:nvPr/>
      </p:nvGrpSpPr>
      <p:grpSpPr>
        <a:xfrm>
          <a:off x="0" y="0"/>
          <a:ext cx="0" cy="0"/>
          <a:chOff x="0" y="0"/>
          <a:chExt cx="0" cy="0"/>
        </a:xfrm>
      </p:grpSpPr>
      <p:sp>
        <p:nvSpPr>
          <p:cNvPr id="20" name="Title Text"/>
          <p:cNvSpPr txBox="1">
            <a:spLocks noGrp="1"/>
          </p:cNvSpPr>
          <p:nvPr>
            <p:ph type="title"/>
          </p:nvPr>
        </p:nvSpPr>
        <p:spPr>
          <a:xfrm>
            <a:off x="1142110" y="381000"/>
            <a:ext cx="6859787" cy="1371600"/>
          </a:xfrm>
          <a:prstGeom prst="rect">
            <a:avLst/>
          </a:prstGeom>
        </p:spPr>
        <p:txBody>
          <a:bodyPr/>
          <a:lstStyle>
            <a:lvl1pPr>
              <a:defRPr>
                <a:solidFill>
                  <a:srgbClr val="000000"/>
                </a:solidFill>
              </a:defRPr>
            </a:lvl1pPr>
          </a:lstStyle>
          <a:p>
            <a:r>
              <a:t>Title Text</a:t>
            </a:r>
          </a:p>
        </p:txBody>
      </p:sp>
      <p:sp>
        <p:nvSpPr>
          <p:cNvPr id="21" name="Body Level One…"/>
          <p:cNvSpPr txBox="1">
            <a:spLocks noGrp="1"/>
          </p:cNvSpPr>
          <p:nvPr>
            <p:ph type="body" idx="1"/>
          </p:nvPr>
        </p:nvSpPr>
        <p:spPr>
          <a:xfrm>
            <a:off x="1142107" y="1904999"/>
            <a:ext cx="6852578" cy="4114802"/>
          </a:xfrm>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54501151"/>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alpha val="95000"/>
          </a:srgbClr>
        </a:solidFill>
        <a:effectLst/>
      </p:bgPr>
    </p:bg>
    <p:spTree>
      <p:nvGrpSpPr>
        <p:cNvPr id="1" name=""/>
        <p:cNvGrpSpPr/>
        <p:nvPr/>
      </p:nvGrpSpPr>
      <p:grpSpPr>
        <a:xfrm>
          <a:off x="0" y="0"/>
          <a:ext cx="0" cy="0"/>
          <a:chOff x="0" y="0"/>
          <a:chExt cx="0" cy="0"/>
        </a:xfrm>
      </p:grpSpPr>
      <p:sp>
        <p:nvSpPr>
          <p:cNvPr id="38" name="Title Text"/>
          <p:cNvSpPr txBox="1">
            <a:spLocks noGrp="1"/>
          </p:cNvSpPr>
          <p:nvPr>
            <p:ph type="title"/>
          </p:nvPr>
        </p:nvSpPr>
        <p:spPr>
          <a:xfrm>
            <a:off x="1142110" y="381000"/>
            <a:ext cx="6859787" cy="1371600"/>
          </a:xfrm>
          <a:prstGeom prst="rect">
            <a:avLst/>
          </a:prstGeom>
        </p:spPr>
        <p:txBody>
          <a:bodyPr/>
          <a:lstStyle>
            <a:lvl1pPr>
              <a:defRPr>
                <a:solidFill>
                  <a:srgbClr val="000000"/>
                </a:solidFill>
              </a:defRPr>
            </a:lvl1pPr>
          </a:lstStyle>
          <a:p>
            <a:r>
              <a:t>Title Text</a:t>
            </a:r>
          </a:p>
        </p:txBody>
      </p:sp>
      <p:sp>
        <p:nvSpPr>
          <p:cNvPr id="39" name="Body Level One…"/>
          <p:cNvSpPr txBox="1">
            <a:spLocks noGrp="1"/>
          </p:cNvSpPr>
          <p:nvPr>
            <p:ph type="body" sz="half" idx="1"/>
          </p:nvPr>
        </p:nvSpPr>
        <p:spPr>
          <a:xfrm>
            <a:off x="1128881" y="1905000"/>
            <a:ext cx="3315565" cy="4114801"/>
          </a:xfrm>
          <a:prstGeom prst="rect">
            <a:avLst/>
          </a:prstGeo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3371741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Comparis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7" name="Title Text"/>
          <p:cNvSpPr txBox="1">
            <a:spLocks noGrp="1"/>
          </p:cNvSpPr>
          <p:nvPr>
            <p:ph type="title"/>
          </p:nvPr>
        </p:nvSpPr>
        <p:spPr>
          <a:xfrm>
            <a:off x="1142110" y="381000"/>
            <a:ext cx="6859787" cy="1371600"/>
          </a:xfrm>
          <a:prstGeom prst="rect">
            <a:avLst/>
          </a:prstGeom>
        </p:spPr>
        <p:txBody>
          <a:bodyPr/>
          <a:lstStyle/>
          <a:p>
            <a:r>
              <a:t>Title Text</a:t>
            </a:r>
          </a:p>
        </p:txBody>
      </p:sp>
      <p:sp>
        <p:nvSpPr>
          <p:cNvPr id="48" name="Body Level One…"/>
          <p:cNvSpPr txBox="1">
            <a:spLocks noGrp="1"/>
          </p:cNvSpPr>
          <p:nvPr>
            <p:ph type="body" sz="quarter" idx="1"/>
          </p:nvPr>
        </p:nvSpPr>
        <p:spPr>
          <a:xfrm>
            <a:off x="1142108" y="1905000"/>
            <a:ext cx="3313277" cy="762000"/>
          </a:xfrm>
          <a:prstGeom prst="rect">
            <a:avLst/>
          </a:prstGeom>
        </p:spPr>
        <p:txBody>
          <a:bodyPr anchor="ctr"/>
          <a:lstStyle>
            <a:lvl1pPr marL="0" indent="0">
              <a:spcBef>
                <a:spcPts val="0"/>
              </a:spcBef>
              <a:buClrTx/>
              <a:buSzTx/>
              <a:buFontTx/>
              <a:buNone/>
              <a:defRPr sz="2000" cap="all" spc="200">
                <a:solidFill>
                  <a:schemeClr val="accent1"/>
                </a:solidFill>
              </a:defRPr>
            </a:lvl1pPr>
            <a:lvl2pPr marL="0" indent="457200">
              <a:spcBef>
                <a:spcPts val="0"/>
              </a:spcBef>
              <a:buClrTx/>
              <a:buSzTx/>
              <a:buFontTx/>
              <a:buNone/>
              <a:defRPr sz="2000" cap="all" spc="200">
                <a:solidFill>
                  <a:schemeClr val="accent1"/>
                </a:solidFill>
              </a:defRPr>
            </a:lvl2pPr>
            <a:lvl3pPr marL="0" indent="914400">
              <a:spcBef>
                <a:spcPts val="0"/>
              </a:spcBef>
              <a:buClrTx/>
              <a:buSzTx/>
              <a:buFontTx/>
              <a:buNone/>
              <a:defRPr sz="2000" cap="all" spc="200">
                <a:solidFill>
                  <a:schemeClr val="accent1"/>
                </a:solidFill>
              </a:defRPr>
            </a:lvl3pPr>
            <a:lvl4pPr marL="0" indent="1371600">
              <a:spcBef>
                <a:spcPts val="0"/>
              </a:spcBef>
              <a:buClrTx/>
              <a:buSzTx/>
              <a:buFontTx/>
              <a:buNone/>
              <a:defRPr sz="2000" cap="all" spc="200">
                <a:solidFill>
                  <a:schemeClr val="accent1"/>
                </a:solidFill>
              </a:defRPr>
            </a:lvl4pPr>
            <a:lvl5pPr marL="0" indent="1828800">
              <a:spcBef>
                <a:spcPts val="0"/>
              </a:spcBef>
              <a:buClrTx/>
              <a:buSzTx/>
              <a:buFontTx/>
              <a:buNone/>
              <a:defRPr sz="2000" cap="all" spc="200">
                <a:solidFill>
                  <a:schemeClr val="accent1"/>
                </a:solidFill>
              </a:defRPr>
            </a:lvl5pPr>
          </a:lstStyle>
          <a:p>
            <a:r>
              <a:t>Body Level One</a:t>
            </a:r>
          </a:p>
          <a:p>
            <a:pPr lvl="1"/>
            <a:r>
              <a:t>Body Level Two</a:t>
            </a:r>
          </a:p>
          <a:p>
            <a:pPr lvl="2"/>
            <a:r>
              <a:t>Body Level Three</a:t>
            </a:r>
          </a:p>
          <a:p>
            <a:pPr lvl="3"/>
            <a:r>
              <a:t>Body Level Four</a:t>
            </a:r>
          </a:p>
          <a:p>
            <a:pPr lvl="4"/>
            <a:r>
              <a:t>Body Level Five</a:t>
            </a:r>
          </a:p>
        </p:txBody>
      </p:sp>
      <p:sp>
        <p:nvSpPr>
          <p:cNvPr id="49" name="Text Placeholder 4"/>
          <p:cNvSpPr>
            <a:spLocks noGrp="1"/>
          </p:cNvSpPr>
          <p:nvPr>
            <p:ph type="body" sz="quarter" idx="13"/>
          </p:nvPr>
        </p:nvSpPr>
        <p:spPr>
          <a:xfrm>
            <a:off x="4688618" y="1905000"/>
            <a:ext cx="3313277" cy="762000"/>
          </a:xfrm>
          <a:prstGeom prst="rect">
            <a:avLst/>
          </a:prstGeom>
        </p:spPr>
        <p:txBody>
          <a:bodyPr anchor="ctr"/>
          <a:lstStyle/>
          <a:p>
            <a:pPr marL="0" indent="0">
              <a:spcBef>
                <a:spcPts val="0"/>
              </a:spcBef>
              <a:buClrTx/>
              <a:buSzTx/>
              <a:buFontTx/>
              <a:buNone/>
              <a:defRPr sz="2000" cap="all" spc="200">
                <a:solidFill>
                  <a:schemeClr val="accent1"/>
                </a:solidFill>
              </a:defRPr>
            </a:pPr>
            <a:endParaRPr/>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646565348"/>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Only">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57" name="Title Text"/>
          <p:cNvSpPr txBox="1">
            <a:spLocks noGrp="1"/>
          </p:cNvSpPr>
          <p:nvPr>
            <p:ph type="title"/>
          </p:nvPr>
        </p:nvSpPr>
        <p:spPr>
          <a:xfrm>
            <a:off x="1142110" y="381000"/>
            <a:ext cx="6859787" cy="1371600"/>
          </a:xfrm>
          <a:prstGeom prst="rect">
            <a:avLst/>
          </a:prstGeom>
        </p:spPr>
        <p:txBody>
          <a:bodyPr/>
          <a:lstStyle/>
          <a:p>
            <a:r>
              <a:t>Title Text</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1985142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6744828"/>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Content with Capti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2" name="Title Text"/>
          <p:cNvSpPr txBox="1">
            <a:spLocks noGrp="1"/>
          </p:cNvSpPr>
          <p:nvPr>
            <p:ph type="title"/>
          </p:nvPr>
        </p:nvSpPr>
        <p:spPr>
          <a:xfrm>
            <a:off x="791909" y="1905000"/>
            <a:ext cx="2698159" cy="2667000"/>
          </a:xfrm>
          <a:prstGeom prst="rect">
            <a:avLst/>
          </a:prstGeom>
        </p:spPr>
        <p:txBody>
          <a:bodyPr/>
          <a:lstStyle/>
          <a:p>
            <a:r>
              <a:t>Title Text</a:t>
            </a:r>
          </a:p>
        </p:txBody>
      </p:sp>
      <p:sp>
        <p:nvSpPr>
          <p:cNvPr id="73" name="Body Level One…"/>
          <p:cNvSpPr txBox="1">
            <a:spLocks noGrp="1"/>
          </p:cNvSpPr>
          <p:nvPr>
            <p:ph type="body" idx="1"/>
          </p:nvPr>
        </p:nvSpPr>
        <p:spPr>
          <a:xfrm>
            <a:off x="3714527" y="685800"/>
            <a:ext cx="4801851" cy="533400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4" name="Text Placeholder 3"/>
          <p:cNvSpPr>
            <a:spLocks noGrp="1"/>
          </p:cNvSpPr>
          <p:nvPr>
            <p:ph type="body" sz="quarter" idx="13"/>
          </p:nvPr>
        </p:nvSpPr>
        <p:spPr>
          <a:xfrm>
            <a:off x="799120" y="4648200"/>
            <a:ext cx="2686750" cy="1371600"/>
          </a:xfrm>
          <a:prstGeom prst="rect">
            <a:avLst/>
          </a:prstGeom>
        </p:spPr>
        <p:txBody>
          <a:bodyPr/>
          <a:lstStyle/>
          <a:p>
            <a:pPr marL="0" indent="0">
              <a:spcBef>
                <a:spcPts val="1200"/>
              </a:spcBef>
              <a:buClrTx/>
              <a:buSzTx/>
              <a:buFontTx/>
              <a:buNone/>
              <a:defRPr sz="1800"/>
            </a:pPr>
            <a:endParaRPr/>
          </a:p>
        </p:txBody>
      </p:sp>
      <p:sp>
        <p:nvSpPr>
          <p:cNvPr id="7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36668017"/>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Picture with Caption">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2" name="Picture Placeholder 2"/>
          <p:cNvSpPr>
            <a:spLocks noGrp="1"/>
          </p:cNvSpPr>
          <p:nvPr>
            <p:ph type="pic" idx="13"/>
          </p:nvPr>
        </p:nvSpPr>
        <p:spPr>
          <a:xfrm>
            <a:off x="3714527" y="685800"/>
            <a:ext cx="4801851" cy="5334000"/>
          </a:xfrm>
          <a:prstGeom prst="rect">
            <a:avLst/>
          </a:prstGeom>
          <a:ln w="76200">
            <a:solidFill>
              <a:srgbClr val="FFFFFF"/>
            </a:solidFill>
            <a:miter lim="800000"/>
          </a:ln>
        </p:spPr>
        <p:txBody>
          <a:bodyPr lIns="91439" rIns="91439">
            <a:noAutofit/>
          </a:bodyPr>
          <a:lstStyle/>
          <a:p>
            <a:endParaRPr/>
          </a:p>
        </p:txBody>
      </p:sp>
      <p:sp>
        <p:nvSpPr>
          <p:cNvPr id="83" name="Title Text"/>
          <p:cNvSpPr txBox="1">
            <a:spLocks noGrp="1"/>
          </p:cNvSpPr>
          <p:nvPr>
            <p:ph type="title"/>
          </p:nvPr>
        </p:nvSpPr>
        <p:spPr>
          <a:xfrm>
            <a:off x="791909" y="1905000"/>
            <a:ext cx="2698159" cy="2667000"/>
          </a:xfrm>
          <a:prstGeom prst="rect">
            <a:avLst/>
          </a:prstGeom>
        </p:spPr>
        <p:txBody>
          <a:bodyPr/>
          <a:lstStyle/>
          <a:p>
            <a:r>
              <a:t>Title Text</a:t>
            </a:r>
          </a:p>
        </p:txBody>
      </p:sp>
      <p:sp>
        <p:nvSpPr>
          <p:cNvPr id="84" name="Body Level One…"/>
          <p:cNvSpPr txBox="1">
            <a:spLocks noGrp="1"/>
          </p:cNvSpPr>
          <p:nvPr>
            <p:ph type="body" sz="quarter" idx="1"/>
          </p:nvPr>
        </p:nvSpPr>
        <p:spPr>
          <a:xfrm>
            <a:off x="799120" y="4648200"/>
            <a:ext cx="2686750" cy="1371600"/>
          </a:xfrm>
          <a:prstGeom prst="rect">
            <a:avLst/>
          </a:prstGeom>
        </p:spPr>
        <p:txBody>
          <a:bodyPr/>
          <a:lstStyle>
            <a:lvl1pPr marL="0" indent="0">
              <a:spcBef>
                <a:spcPts val="1200"/>
              </a:spcBef>
              <a:buClrTx/>
              <a:buSzTx/>
              <a:buFontTx/>
              <a:buNone/>
              <a:defRPr sz="1800"/>
            </a:lvl1pPr>
            <a:lvl2pPr marL="0" indent="457200">
              <a:spcBef>
                <a:spcPts val="1200"/>
              </a:spcBef>
              <a:buClrTx/>
              <a:buSzTx/>
              <a:buFontTx/>
              <a:buNone/>
              <a:defRPr sz="1800"/>
            </a:lvl2pPr>
            <a:lvl3pPr marL="0" indent="914400">
              <a:spcBef>
                <a:spcPts val="1200"/>
              </a:spcBef>
              <a:buClrTx/>
              <a:buSzTx/>
              <a:buFontTx/>
              <a:buNone/>
              <a:defRPr sz="1800"/>
            </a:lvl3pPr>
            <a:lvl4pPr marL="0" indent="1371600">
              <a:spcBef>
                <a:spcPts val="1200"/>
              </a:spcBef>
              <a:buClrTx/>
              <a:buSzTx/>
              <a:buFontTx/>
              <a:buNone/>
              <a:defRPr sz="1800"/>
            </a:lvl4pPr>
            <a:lvl5pPr marL="0" indent="1828800">
              <a:spcBef>
                <a:spcPts val="1200"/>
              </a:spcBef>
              <a:buClrTx/>
              <a:buSzTx/>
              <a:buFontTx/>
              <a:buNone/>
              <a:defRPr sz="1800"/>
            </a:lvl5pPr>
          </a:lstStyle>
          <a:p>
            <a:r>
              <a:t>Body Level One</a:t>
            </a:r>
          </a:p>
          <a:p>
            <a:pPr lvl="1"/>
            <a:r>
              <a:t>Body Level Two</a:t>
            </a:r>
          </a:p>
          <a:p>
            <a:pPr lvl="2"/>
            <a:r>
              <a:t>Body Level Three</a:t>
            </a:r>
          </a:p>
          <a:p>
            <a:pPr lvl="3"/>
            <a:r>
              <a:t>Body Level Four</a:t>
            </a:r>
          </a:p>
          <a:p>
            <a:pPr lvl="4"/>
            <a:r>
              <a:t>Body Level Five</a:t>
            </a:r>
          </a:p>
        </p:txBody>
      </p:sp>
      <p:sp>
        <p:nvSpPr>
          <p:cNvPr id="8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262691337"/>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1_Title Slide">
    <p:bg>
      <p:bgPr>
        <a:solidFill>
          <a:srgbClr val="DDDDDD"/>
        </a:solidFill>
        <a:effectLst/>
      </p:bgPr>
    </p:bg>
    <p:spTree>
      <p:nvGrpSpPr>
        <p:cNvPr id="1" name=""/>
        <p:cNvGrpSpPr/>
        <p:nvPr/>
      </p:nvGrpSpPr>
      <p:grpSpPr>
        <a:xfrm>
          <a:off x="0" y="0"/>
          <a:ext cx="0" cy="0"/>
          <a:chOff x="0" y="0"/>
          <a:chExt cx="0" cy="0"/>
        </a:xfrm>
      </p:grpSpPr>
      <p:sp>
        <p:nvSpPr>
          <p:cNvPr id="92" name="Title Text"/>
          <p:cNvSpPr txBox="1">
            <a:spLocks noGrp="1"/>
          </p:cNvSpPr>
          <p:nvPr>
            <p:ph type="title"/>
          </p:nvPr>
        </p:nvSpPr>
        <p:spPr>
          <a:xfrm>
            <a:off x="799117" y="1828800"/>
            <a:ext cx="6173810" cy="2895600"/>
          </a:xfrm>
          <a:prstGeom prst="rect">
            <a:avLst/>
          </a:prstGeom>
        </p:spPr>
        <p:txBody>
          <a:bodyPr/>
          <a:lstStyle>
            <a:lvl1pPr>
              <a:lnSpc>
                <a:spcPct val="80000"/>
              </a:lnSpc>
              <a:defRPr sz="6600">
                <a:solidFill>
                  <a:srgbClr val="000000"/>
                </a:solidFill>
              </a:defRPr>
            </a:lvl1pPr>
          </a:lstStyle>
          <a:p>
            <a:r>
              <a:t>Title Text</a:t>
            </a:r>
          </a:p>
        </p:txBody>
      </p:sp>
      <p:sp>
        <p:nvSpPr>
          <p:cNvPr id="93" name="Body Level One…"/>
          <p:cNvSpPr txBox="1">
            <a:spLocks noGrp="1"/>
          </p:cNvSpPr>
          <p:nvPr>
            <p:ph type="body" sz="quarter" idx="1"/>
          </p:nvPr>
        </p:nvSpPr>
        <p:spPr>
          <a:xfrm>
            <a:off x="799117" y="4800600"/>
            <a:ext cx="6173810" cy="1219200"/>
          </a:xfrm>
          <a:prstGeom prst="rect">
            <a:avLst/>
          </a:prstGeom>
        </p:spPr>
        <p:txBody>
          <a:bodyPr/>
          <a:lstStyle>
            <a:lvl1pPr marL="0" indent="0">
              <a:spcBef>
                <a:spcPts val="0"/>
              </a:spcBef>
              <a:buClrTx/>
              <a:buSzTx/>
              <a:buFontTx/>
              <a:buNone/>
              <a:defRPr sz="2000" cap="all" spc="200">
                <a:solidFill>
                  <a:srgbClr val="000000"/>
                </a:solidFill>
              </a:defRPr>
            </a:lvl1pPr>
            <a:lvl2pPr marL="0" indent="457200">
              <a:spcBef>
                <a:spcPts val="0"/>
              </a:spcBef>
              <a:buClrTx/>
              <a:buSzTx/>
              <a:buFontTx/>
              <a:buNone/>
              <a:defRPr sz="2000" cap="all" spc="200">
                <a:solidFill>
                  <a:srgbClr val="000000"/>
                </a:solidFill>
              </a:defRPr>
            </a:lvl2pPr>
            <a:lvl3pPr marL="0" indent="914400">
              <a:spcBef>
                <a:spcPts val="0"/>
              </a:spcBef>
              <a:buClrTx/>
              <a:buSzTx/>
              <a:buFontTx/>
              <a:buNone/>
              <a:defRPr sz="2000" cap="all" spc="200">
                <a:solidFill>
                  <a:srgbClr val="000000"/>
                </a:solidFill>
              </a:defRPr>
            </a:lvl3pPr>
            <a:lvl4pPr marL="0" indent="1371600">
              <a:spcBef>
                <a:spcPts val="0"/>
              </a:spcBef>
              <a:buClrTx/>
              <a:buSzTx/>
              <a:buFontTx/>
              <a:buNone/>
              <a:defRPr sz="2000" cap="all" spc="200">
                <a:solidFill>
                  <a:srgbClr val="000000"/>
                </a:solidFill>
              </a:defRPr>
            </a:lvl4pPr>
            <a:lvl5pPr marL="0" indent="1828800">
              <a:spcBef>
                <a:spcPts val="0"/>
              </a:spcBef>
              <a:buClrTx/>
              <a:buSzTx/>
              <a:buFontTx/>
              <a:buNone/>
              <a:defRPr sz="2000" cap="all" spc="2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91548638"/>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EBEBEB"/>
        </a:solidFill>
        <a:effectLst/>
      </p:bgPr>
    </p:bg>
    <p:spTree>
      <p:nvGrpSpPr>
        <p:cNvPr id="1" name=""/>
        <p:cNvGrpSpPr/>
        <p:nvPr/>
      </p:nvGrpSpPr>
      <p:grpSpPr>
        <a:xfrm>
          <a:off x="0" y="0"/>
          <a:ext cx="0" cy="0"/>
          <a:chOff x="0" y="0"/>
          <a:chExt cx="0" cy="0"/>
        </a:xfrm>
      </p:grpSpPr>
      <p:sp>
        <p:nvSpPr>
          <p:cNvPr id="101" name="Title Text"/>
          <p:cNvSpPr txBox="1">
            <a:spLocks noGrp="1"/>
          </p:cNvSpPr>
          <p:nvPr>
            <p:ph type="title"/>
          </p:nvPr>
        </p:nvSpPr>
        <p:spPr>
          <a:xfrm>
            <a:off x="794919" y="2514600"/>
            <a:ext cx="6520999" cy="2819400"/>
          </a:xfrm>
          <a:prstGeom prst="rect">
            <a:avLst/>
          </a:prstGeom>
        </p:spPr>
        <p:txBody>
          <a:bodyPr/>
          <a:lstStyle>
            <a:lvl1pPr>
              <a:lnSpc>
                <a:spcPct val="80000"/>
              </a:lnSpc>
              <a:defRPr sz="4800">
                <a:solidFill>
                  <a:srgbClr val="000000"/>
                </a:solidFill>
              </a:defRPr>
            </a:lvl1pPr>
          </a:lstStyle>
          <a:p>
            <a:r>
              <a:t>Title Text</a:t>
            </a:r>
          </a:p>
        </p:txBody>
      </p:sp>
      <p:sp>
        <p:nvSpPr>
          <p:cNvPr id="102" name="Body Level One…"/>
          <p:cNvSpPr txBox="1">
            <a:spLocks noGrp="1"/>
          </p:cNvSpPr>
          <p:nvPr>
            <p:ph type="body" sz="quarter" idx="1"/>
          </p:nvPr>
        </p:nvSpPr>
        <p:spPr>
          <a:xfrm>
            <a:off x="799120" y="5410201"/>
            <a:ext cx="6517197" cy="609602"/>
          </a:xfrm>
          <a:prstGeom prst="rect">
            <a:avLst/>
          </a:prstGeom>
        </p:spPr>
        <p:txBody>
          <a:bodyPr/>
          <a:lstStyle>
            <a:lvl1pPr marL="0" indent="0">
              <a:spcBef>
                <a:spcPts val="0"/>
              </a:spcBef>
              <a:buClrTx/>
              <a:buSzTx/>
              <a:buFontTx/>
              <a:buNone/>
              <a:defRPr sz="2000" cap="all" spc="200">
                <a:solidFill>
                  <a:srgbClr val="000000"/>
                </a:solidFill>
              </a:defRPr>
            </a:lvl1pPr>
            <a:lvl2pPr marL="0" indent="457200">
              <a:spcBef>
                <a:spcPts val="0"/>
              </a:spcBef>
              <a:buClrTx/>
              <a:buSzTx/>
              <a:buFontTx/>
              <a:buNone/>
              <a:defRPr sz="2000" cap="all" spc="200">
                <a:solidFill>
                  <a:srgbClr val="000000"/>
                </a:solidFill>
              </a:defRPr>
            </a:lvl2pPr>
            <a:lvl3pPr marL="0" indent="914400">
              <a:spcBef>
                <a:spcPts val="0"/>
              </a:spcBef>
              <a:buClrTx/>
              <a:buSzTx/>
              <a:buFontTx/>
              <a:buNone/>
              <a:defRPr sz="2000" cap="all" spc="200">
                <a:solidFill>
                  <a:srgbClr val="000000"/>
                </a:solidFill>
              </a:defRPr>
            </a:lvl3pPr>
            <a:lvl4pPr marL="0" indent="1371600">
              <a:spcBef>
                <a:spcPts val="0"/>
              </a:spcBef>
              <a:buClrTx/>
              <a:buSzTx/>
              <a:buFontTx/>
              <a:buNone/>
              <a:defRPr sz="2000" cap="all" spc="200">
                <a:solidFill>
                  <a:srgbClr val="000000"/>
                </a:solidFill>
              </a:defRPr>
            </a:lvl4pPr>
            <a:lvl5pPr marL="0" indent="1828800">
              <a:spcBef>
                <a:spcPts val="0"/>
              </a:spcBef>
              <a:buClrTx/>
              <a:buSzTx/>
              <a:buFontTx/>
              <a:buNone/>
              <a:defRPr sz="2000" cap="all" spc="2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318376761"/>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2_Title Slide">
    <p:bg>
      <p:bgPr>
        <a:solidFill>
          <a:srgbClr val="FFFFFF">
            <a:alpha val="95000"/>
          </a:srgbClr>
        </a:solidFill>
        <a:effectLst/>
      </p:bgPr>
    </p:bg>
    <p:spTree>
      <p:nvGrpSpPr>
        <p:cNvPr id="1" name=""/>
        <p:cNvGrpSpPr/>
        <p:nvPr/>
      </p:nvGrpSpPr>
      <p:grpSpPr>
        <a:xfrm>
          <a:off x="0" y="0"/>
          <a:ext cx="0" cy="0"/>
          <a:chOff x="0" y="0"/>
          <a:chExt cx="0" cy="0"/>
        </a:xfrm>
      </p:grpSpPr>
      <p:sp>
        <p:nvSpPr>
          <p:cNvPr id="110" name="Title Text"/>
          <p:cNvSpPr txBox="1">
            <a:spLocks noGrp="1"/>
          </p:cNvSpPr>
          <p:nvPr>
            <p:ph type="title"/>
          </p:nvPr>
        </p:nvSpPr>
        <p:spPr>
          <a:xfrm>
            <a:off x="799117" y="1828800"/>
            <a:ext cx="6173810" cy="2895600"/>
          </a:xfrm>
          <a:prstGeom prst="rect">
            <a:avLst/>
          </a:prstGeom>
        </p:spPr>
        <p:txBody>
          <a:bodyPr/>
          <a:lstStyle>
            <a:lvl1pPr>
              <a:lnSpc>
                <a:spcPct val="80000"/>
              </a:lnSpc>
              <a:defRPr sz="6600">
                <a:solidFill>
                  <a:srgbClr val="000000"/>
                </a:solidFill>
              </a:defRPr>
            </a:lvl1pPr>
          </a:lstStyle>
          <a:p>
            <a:r>
              <a:t>Title Text</a:t>
            </a:r>
          </a:p>
        </p:txBody>
      </p:sp>
      <p:sp>
        <p:nvSpPr>
          <p:cNvPr id="111" name="Body Level One…"/>
          <p:cNvSpPr txBox="1">
            <a:spLocks noGrp="1"/>
          </p:cNvSpPr>
          <p:nvPr>
            <p:ph type="body" sz="quarter" idx="1"/>
          </p:nvPr>
        </p:nvSpPr>
        <p:spPr>
          <a:xfrm>
            <a:off x="799117" y="4800600"/>
            <a:ext cx="6173810" cy="1219200"/>
          </a:xfrm>
          <a:prstGeom prst="rect">
            <a:avLst/>
          </a:prstGeom>
        </p:spPr>
        <p:txBody>
          <a:bodyPr/>
          <a:lstStyle>
            <a:lvl1pPr marL="0" indent="0">
              <a:spcBef>
                <a:spcPts val="0"/>
              </a:spcBef>
              <a:buClrTx/>
              <a:buSzTx/>
              <a:buFontTx/>
              <a:buNone/>
              <a:defRPr sz="2000" cap="all" spc="200">
                <a:solidFill>
                  <a:srgbClr val="000000"/>
                </a:solidFill>
              </a:defRPr>
            </a:lvl1pPr>
            <a:lvl2pPr marL="0" indent="457200">
              <a:spcBef>
                <a:spcPts val="0"/>
              </a:spcBef>
              <a:buClrTx/>
              <a:buSzTx/>
              <a:buFontTx/>
              <a:buNone/>
              <a:defRPr sz="2000" cap="all" spc="200">
                <a:solidFill>
                  <a:srgbClr val="000000"/>
                </a:solidFill>
              </a:defRPr>
            </a:lvl2pPr>
            <a:lvl3pPr marL="0" indent="914400">
              <a:spcBef>
                <a:spcPts val="0"/>
              </a:spcBef>
              <a:buClrTx/>
              <a:buSzTx/>
              <a:buFontTx/>
              <a:buNone/>
              <a:defRPr sz="2000" cap="all" spc="200">
                <a:solidFill>
                  <a:srgbClr val="000000"/>
                </a:solidFill>
              </a:defRPr>
            </a:lvl3pPr>
            <a:lvl4pPr marL="0" indent="1371600">
              <a:spcBef>
                <a:spcPts val="0"/>
              </a:spcBef>
              <a:buClrTx/>
              <a:buSzTx/>
              <a:buFontTx/>
              <a:buNone/>
              <a:defRPr sz="2000" cap="all" spc="200">
                <a:solidFill>
                  <a:srgbClr val="000000"/>
                </a:solidFill>
              </a:defRPr>
            </a:lvl4pPr>
            <a:lvl5pPr marL="0" indent="1828800">
              <a:spcBef>
                <a:spcPts val="0"/>
              </a:spcBef>
              <a:buClrTx/>
              <a:buSzTx/>
              <a:buFontTx/>
              <a:buNone/>
              <a:defRPr sz="2000" cap="all" spc="2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57715079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FBB13-A9FB-C145-AABC-6EA31E9216C4}" type="datetimeFigureOut">
              <a:rPr lang="en-GB" smtClean="0"/>
              <a:t>24/03/2025</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4B7037-5AFD-8F45-8092-E9E857E4ABEF}" type="slidenum">
              <a:rPr lang="en-GB" smtClean="0"/>
              <a:t>‹#›</a:t>
            </a:fld>
            <a:endParaRPr lang="en-GB"/>
          </a:p>
        </p:txBody>
      </p:sp>
    </p:spTree>
    <p:extLst>
      <p:ext uri="{BB962C8B-B14F-4D97-AF65-F5344CB8AC3E}">
        <p14:creationId xmlns:p14="http://schemas.microsoft.com/office/powerpoint/2010/main" val="10932733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1027"/>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0"/>
            <a:ext cx="8229600" cy="14176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b">
            <a:normAutofit/>
          </a:bodyPr>
          <a:lstStyle/>
          <a:p>
            <a:r>
              <a:t>Title Text</a:t>
            </a:r>
          </a:p>
        </p:txBody>
      </p:sp>
      <p:sp>
        <p:nvSpPr>
          <p:cNvPr id="3" name="Body Level One…"/>
          <p:cNvSpPr txBox="1">
            <a:spLocks noGrp="1"/>
          </p:cNvSpPr>
          <p:nvPr>
            <p:ph type="body" idx="1"/>
          </p:nvPr>
        </p:nvSpPr>
        <p:spPr>
          <a:xfrm>
            <a:off x="457200" y="1600200"/>
            <a:ext cx="82296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775592" y="6410644"/>
            <a:ext cx="226304" cy="256541"/>
          </a:xfrm>
          <a:prstGeom prst="rect">
            <a:avLst/>
          </a:prstGeom>
          <a:ln w="12700">
            <a:miter lim="400000"/>
          </a:ln>
        </p:spPr>
        <p:txBody>
          <a:bodyPr wrap="none" lIns="45719" rIns="45719" anchor="ctr">
            <a:spAutoFit/>
          </a:bodyPr>
          <a:lstStyle>
            <a:lvl1pPr algn="r">
              <a:defRPr sz="1000">
                <a:solidFill>
                  <a:srgbClr val="FFFFFF"/>
                </a:solidFill>
              </a:defRPr>
            </a:lvl1pPr>
          </a:lstStyle>
          <a:p>
            <a:fld id="{86CB4B4D-7CA3-9044-876B-883B54F8677D}" type="slidenum">
              <a:t>‹#›</a:t>
            </a:fld>
            <a:endParaRPr/>
          </a:p>
        </p:txBody>
      </p:sp>
    </p:spTree>
    <p:extLst>
      <p:ext uri="{BB962C8B-B14F-4D97-AF65-F5344CB8AC3E}">
        <p14:creationId xmlns:p14="http://schemas.microsoft.com/office/powerpoint/2010/main" val="8034714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txStyles>
    <p:titleStyle>
      <a:lvl1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1pPr>
      <a:lvl2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2pPr>
      <a:lvl3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3pPr>
      <a:lvl4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4pPr>
      <a:lvl5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5pPr>
      <a:lvl6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6pPr>
      <a:lvl7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7pPr>
      <a:lvl8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8pPr>
      <a:lvl9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9pPr>
    </p:titleStyle>
    <p:bodyStyle>
      <a:lvl1pPr marL="223838" marR="0" indent="-223838"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1pPr>
      <a:lvl2pPr marL="509905" marR="0" indent="-278130"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2pPr>
      <a:lvl3pPr marL="755650" marR="0" indent="-292100"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3pPr>
      <a:lvl4pPr marL="944562" marR="0" indent="-261937"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4pPr>
      <a:lvl5pPr marL="1116807" marR="0" indent="-259557"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5pPr>
      <a:lvl6pPr marL="1293876" marR="0" indent="-260604"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6pPr>
      <a:lvl7pPr marL="1467611" marR="0" indent="-260603"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7pPr>
      <a:lvl8pPr marL="1641348" marR="0" indent="-260604"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8pPr>
      <a:lvl9pPr marL="1815083" marR="0" indent="-260603" algn="l" defTabSz="914400" rtl="0" latinLnBrk="0">
        <a:lnSpc>
          <a:spcPct val="90000"/>
        </a:lnSpc>
        <a:spcBef>
          <a:spcPts val="1800"/>
        </a:spcBef>
        <a:spcAft>
          <a:spcPts val="0"/>
        </a:spcAft>
        <a:buClr>
          <a:schemeClr val="accent1"/>
        </a:buClr>
        <a:buSzPct val="100000"/>
        <a:buFont typeface="Arial"/>
        <a:buChar char="•"/>
        <a:tabLst/>
        <a:defRPr sz="2400" b="0" i="0" u="none" strike="noStrike" cap="none" spc="0" baseline="0">
          <a:solidFill>
            <a:srgbClr val="FFFFFF"/>
          </a:solidFill>
          <a:uFillTx/>
          <a:latin typeface="+mj-lt"/>
          <a:ea typeface="+mj-ea"/>
          <a:cs typeface="+mj-cs"/>
          <a:sym typeface="Corbel"/>
        </a:defRPr>
      </a:lvl9pPr>
    </p:bodyStyle>
    <p:otherStyle>
      <a:lvl1pPr marL="0" marR="0" indent="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1pPr>
      <a:lvl2pPr marL="0" marR="0" indent="4572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2pPr>
      <a:lvl3pPr marL="0" marR="0" indent="9144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3pPr>
      <a:lvl4pPr marL="0" marR="0" indent="13716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4pPr>
      <a:lvl5pPr marL="0" marR="0" indent="18288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5pPr>
      <a:lvl6pPr marL="0" marR="0" indent="22860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6pPr>
      <a:lvl7pPr marL="0" marR="0" indent="27432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7pPr>
      <a:lvl8pPr marL="0" marR="0" indent="32004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8pPr>
      <a:lvl9pPr marL="0" marR="0" indent="3657600" algn="r" defTabSz="914400" rtl="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Corbe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FDD3C-D148-735A-C903-B60011B034AE}"/>
              </a:ext>
            </a:extLst>
          </p:cNvPr>
          <p:cNvSpPr>
            <a:spLocks noGrp="1"/>
          </p:cNvSpPr>
          <p:nvPr>
            <p:ph type="ctrTitle"/>
          </p:nvPr>
        </p:nvSpPr>
        <p:spPr/>
        <p:txBody>
          <a:bodyPr/>
          <a:lstStyle/>
          <a:p>
            <a:r>
              <a:rPr lang="en-GB" dirty="0"/>
              <a:t>Homework Challenge 1 solution</a:t>
            </a:r>
          </a:p>
        </p:txBody>
      </p:sp>
      <p:sp>
        <p:nvSpPr>
          <p:cNvPr id="3" name="Subtitle 2">
            <a:extLst>
              <a:ext uri="{FF2B5EF4-FFF2-40B4-BE49-F238E27FC236}">
                <a16:creationId xmlns:a16="http://schemas.microsoft.com/office/drawing/2014/main" id="{A0C3568B-2505-024B-50B8-64E680A302EC}"/>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4731445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EAB03"/>
        </a:solidFill>
        <a:effectLst/>
      </p:bgPr>
    </p:bg>
    <p:spTree>
      <p:nvGrpSpPr>
        <p:cNvPr id="1" name=""/>
        <p:cNvGrpSpPr/>
        <p:nvPr/>
      </p:nvGrpSpPr>
      <p:grpSpPr>
        <a:xfrm>
          <a:off x="0" y="0"/>
          <a:ext cx="0" cy="0"/>
          <a:chOff x="0" y="0"/>
          <a:chExt cx="0" cy="0"/>
        </a:xfrm>
      </p:grpSpPr>
      <p:sp>
        <p:nvSpPr>
          <p:cNvPr id="316" name="Title 1"/>
          <p:cNvSpPr txBox="1">
            <a:spLocks noGrp="1"/>
          </p:cNvSpPr>
          <p:nvPr>
            <p:ph type="title"/>
          </p:nvPr>
        </p:nvSpPr>
        <p:spPr>
          <a:xfrm>
            <a:off x="342900" y="3044219"/>
            <a:ext cx="8458200" cy="1371601"/>
          </a:xfrm>
          <a:prstGeom prst="rect">
            <a:avLst/>
          </a:prstGeom>
        </p:spPr>
        <p:txBody>
          <a:bodyPr anchor="t"/>
          <a:lstStyle/>
          <a:p>
            <a:pPr algn="ctr">
              <a:defRPr b="1">
                <a:solidFill>
                  <a:srgbClr val="FFFFFF"/>
                </a:solidFill>
              </a:defRPr>
            </a:pPr>
            <a:r>
              <a:rPr lang="pt-PT" dirty="0" err="1"/>
              <a:t>Shall</a:t>
            </a:r>
            <a:r>
              <a:rPr lang="pt-PT" dirty="0"/>
              <a:t> </a:t>
            </a:r>
            <a:r>
              <a:rPr lang="pt-PT" dirty="0" err="1"/>
              <a:t>we</a:t>
            </a:r>
            <a:r>
              <a:rPr lang="pt-PT" dirty="0"/>
              <a:t> move a </a:t>
            </a:r>
            <a:r>
              <a:rPr lang="pt-PT" dirty="0" err="1"/>
              <a:t>turtle</a:t>
            </a:r>
            <a:r>
              <a:rPr lang="pt-PT" dirty="0"/>
              <a:t>?</a:t>
            </a:r>
            <a:endParaRPr b="0" i="1" dirty="0"/>
          </a:p>
        </p:txBody>
      </p:sp>
      <p:sp>
        <p:nvSpPr>
          <p:cNvPr id="317" name="Text"/>
          <p:cNvSpPr txBox="1"/>
          <p:nvPr/>
        </p:nvSpPr>
        <p:spPr>
          <a:xfrm>
            <a:off x="8511641" y="278087"/>
            <a:ext cx="301453"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lvl1pPr algn="ctr" defTabSz="584200">
              <a:defRPr sz="1500" b="1">
                <a:solidFill>
                  <a:srgbClr val="FFFFFF"/>
                </a:solidFill>
              </a:defRPr>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500" b="1" i="0" u="none" strike="noStrike" kern="0" cap="none" spc="0" normalizeH="0" baseline="0" noProof="0">
                <a:ln>
                  <a:noFill/>
                </a:ln>
                <a:solidFill>
                  <a:srgbClr val="FFFFFF"/>
                </a:solidFill>
                <a:effectLst/>
                <a:uLnTx/>
                <a:uFillTx/>
                <a:latin typeface="Corbel"/>
                <a:sym typeface="Corbel"/>
              </a:rPr>
              <a:pPr marL="0" marR="0" lvl="0" indent="0" algn="ctr" defTabSz="584200" rtl="0" eaLnBrk="1" fontAlgn="auto" latinLnBrk="0" hangingPunct="0">
                <a:lnSpc>
                  <a:spcPct val="100000"/>
                </a:lnSpc>
                <a:spcBef>
                  <a:spcPts val="0"/>
                </a:spcBef>
                <a:spcAft>
                  <a:spcPts val="0"/>
                </a:spcAft>
                <a:buClrTx/>
                <a:buSzTx/>
                <a:buFontTx/>
                <a:buNone/>
                <a:tabLst/>
                <a:defRPr/>
              </a:pPr>
              <a:t>2</a:t>
            </a:fld>
            <a:endParaRPr kumimoji="0" sz="1500" b="1" i="0" u="none" strike="noStrike" kern="0" cap="none" spc="0" normalizeH="0" baseline="0" noProof="0">
              <a:ln>
                <a:noFill/>
              </a:ln>
              <a:solidFill>
                <a:srgbClr val="FFFFFF"/>
              </a:solidFill>
              <a:effectLst/>
              <a:uLnTx/>
              <a:uFillTx/>
              <a:latin typeface="Corbel"/>
              <a:sym typeface="Corbel"/>
            </a:endParaRPr>
          </a:p>
        </p:txBody>
      </p:sp>
      <p:pic>
        <p:nvPicPr>
          <p:cNvPr id="2" name="Image" descr="Image">
            <a:extLst>
              <a:ext uri="{FF2B5EF4-FFF2-40B4-BE49-F238E27FC236}">
                <a16:creationId xmlns:a16="http://schemas.microsoft.com/office/drawing/2014/main" id="{B0B83965-C48B-912E-82AF-6BDF5E7715D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564741" y="4415820"/>
            <a:ext cx="2169245" cy="1683711"/>
          </a:xfrm>
          <a:prstGeom prst="rect">
            <a:avLst/>
          </a:prstGeom>
          <a:ln w="12700">
            <a:miter lim="400000"/>
          </a:ln>
        </p:spPr>
      </p:pic>
      <p:pic>
        <p:nvPicPr>
          <p:cNvPr id="1026" name="Picture 2" descr="Turtle Holding a Pencil Clip Art - Turtle Holding a Pencil Image">
            <a:extLst>
              <a:ext uri="{FF2B5EF4-FFF2-40B4-BE49-F238E27FC236}">
                <a16:creationId xmlns:a16="http://schemas.microsoft.com/office/drawing/2014/main" id="{6A493519-7B6B-63AE-8081-85AA1A3FB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8051" y="4415820"/>
            <a:ext cx="1500649" cy="17738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0454EEA-6D30-2717-E789-40743E4AAEBD}"/>
              </a:ext>
            </a:extLst>
          </p:cNvPr>
          <p:cNvSpPr txBox="1"/>
          <p:nvPr/>
        </p:nvSpPr>
        <p:spPr>
          <a:xfrm>
            <a:off x="5840614" y="5118063"/>
            <a:ext cx="2315236"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FFFFFF"/>
                </a:solidFill>
                <a:effectLst/>
                <a:uLnTx/>
                <a:uFillTx/>
                <a:latin typeface="Corbel"/>
                <a:ea typeface="+mj-ea"/>
                <a:cs typeface="+mj-cs"/>
                <a:sym typeface="Corbel"/>
              </a:rPr>
              <a:t>A turtle holding a pen…</a:t>
            </a:r>
          </a:p>
        </p:txBody>
      </p:sp>
    </p:spTree>
    <p:extLst>
      <p:ext uri="{BB962C8B-B14F-4D97-AF65-F5344CB8AC3E}">
        <p14:creationId xmlns:p14="http://schemas.microsoft.com/office/powerpoint/2010/main" val="272410589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 name="Text"/>
          <p:cNvSpPr txBox="1"/>
          <p:nvPr/>
        </p:nvSpPr>
        <p:spPr>
          <a:xfrm>
            <a:off x="8508339" y="278087"/>
            <a:ext cx="308057"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lvl1pPr algn="ctr" defTabSz="584200">
              <a:defRPr sz="1500" b="1"/>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500" b="1" i="0" u="none" strike="noStrike" kern="0" cap="none" spc="0" normalizeH="0" baseline="0" noProof="0">
                <a:ln>
                  <a:noFill/>
                </a:ln>
                <a:solidFill>
                  <a:srgbClr val="000000"/>
                </a:solidFill>
                <a:effectLst/>
                <a:uLnTx/>
                <a:uFillTx/>
                <a:latin typeface="Corbel"/>
                <a:sym typeface="Corbel"/>
              </a:rPr>
              <a:pPr marL="0" marR="0" lvl="0" indent="0" algn="ctr" defTabSz="584200" rtl="0" eaLnBrk="1" fontAlgn="auto" latinLnBrk="0" hangingPunct="0">
                <a:lnSpc>
                  <a:spcPct val="100000"/>
                </a:lnSpc>
                <a:spcBef>
                  <a:spcPts val="0"/>
                </a:spcBef>
                <a:spcAft>
                  <a:spcPts val="0"/>
                </a:spcAft>
                <a:buClrTx/>
                <a:buSzTx/>
                <a:buFontTx/>
                <a:buNone/>
                <a:tabLst/>
                <a:defRPr/>
              </a:pPr>
              <a:t>3</a:t>
            </a:fld>
            <a:endParaRPr kumimoji="0" sz="1500" b="1" i="0" u="none" strike="noStrike" kern="0" cap="none" spc="0" normalizeH="0" baseline="0" noProof="0">
              <a:ln>
                <a:noFill/>
              </a:ln>
              <a:solidFill>
                <a:srgbClr val="000000"/>
              </a:solidFill>
              <a:effectLst/>
              <a:uLnTx/>
              <a:uFillTx/>
              <a:latin typeface="Corbel"/>
              <a:sym typeface="Corbel"/>
            </a:endParaRPr>
          </a:p>
        </p:txBody>
      </p:sp>
      <p:sp>
        <p:nvSpPr>
          <p:cNvPr id="400" name="Title 1"/>
          <p:cNvSpPr txBox="1">
            <a:spLocks noGrp="1"/>
          </p:cNvSpPr>
          <p:nvPr>
            <p:ph type="title"/>
          </p:nvPr>
        </p:nvSpPr>
        <p:spPr>
          <a:xfrm>
            <a:off x="1239014" y="1125856"/>
            <a:ext cx="6665971" cy="1017504"/>
          </a:xfrm>
          <a:prstGeom prst="rect">
            <a:avLst/>
          </a:prstGeom>
        </p:spPr>
        <p:txBody>
          <a:bodyPr anchor="t"/>
          <a:lstStyle>
            <a:lvl1pPr>
              <a:lnSpc>
                <a:spcPct val="100000"/>
              </a:lnSpc>
              <a:defRPr sz="3000" spc="93"/>
            </a:lvl1pPr>
          </a:lstStyle>
          <a:p>
            <a:r>
              <a:rPr lang="pt-PT" dirty="0" err="1"/>
              <a:t>Arduino</a:t>
            </a:r>
            <a:r>
              <a:rPr lang="pt-PT" dirty="0"/>
              <a:t> </a:t>
            </a:r>
            <a:r>
              <a:rPr lang="pt-PT" dirty="0" err="1"/>
              <a:t>side</a:t>
            </a:r>
            <a:r>
              <a:rPr dirty="0"/>
              <a:t>:</a:t>
            </a:r>
          </a:p>
        </p:txBody>
      </p:sp>
      <p:sp>
        <p:nvSpPr>
          <p:cNvPr id="401" name="Assemble this circuit of two buttons connected to pins #6 and #7 (using the arduino internal pullup resistor).…"/>
          <p:cNvSpPr txBox="1"/>
          <p:nvPr/>
        </p:nvSpPr>
        <p:spPr>
          <a:xfrm>
            <a:off x="4571999" y="2595607"/>
            <a:ext cx="4256072" cy="25853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294105" marR="0" lvl="0" indent="-294105" algn="l" defTabSz="457200" rtl="0" eaLnBrk="1" fontAlgn="auto" latinLnBrk="0" hangingPunct="0">
              <a:lnSpc>
                <a:spcPct val="100000"/>
              </a:lnSpc>
              <a:spcBef>
                <a:spcPts val="0"/>
              </a:spcBef>
              <a:spcAft>
                <a:spcPts val="0"/>
              </a:spcAft>
              <a:buClrTx/>
              <a:buSzPct val="100000"/>
              <a:buFontTx/>
              <a:buAutoNum type="arabicPeriod"/>
              <a:tabLst/>
              <a:defRPr sz="2100"/>
            </a:pPr>
            <a:r>
              <a:rPr kumimoji="0" sz="2100" b="0" i="0" u="none" strike="noStrike" kern="0" cap="none" spc="0" normalizeH="0" baseline="0" noProof="0" dirty="0">
                <a:ln>
                  <a:noFill/>
                </a:ln>
                <a:solidFill>
                  <a:srgbClr val="000000"/>
                </a:solidFill>
                <a:effectLst/>
                <a:uLnTx/>
                <a:uFillTx/>
                <a:latin typeface="Corbel"/>
                <a:sym typeface="Corbel"/>
              </a:rPr>
              <a:t>Assemble this </a:t>
            </a:r>
            <a:r>
              <a:rPr kumimoji="0" lang="pt-PT" sz="2100" b="0" i="0" u="none" strike="noStrike" kern="0" cap="none" spc="0" normalizeH="0" baseline="0" noProof="0" dirty="0" err="1">
                <a:ln>
                  <a:noFill/>
                </a:ln>
                <a:solidFill>
                  <a:srgbClr val="000000"/>
                </a:solidFill>
                <a:effectLst/>
                <a:uLnTx/>
                <a:uFillTx/>
                <a:latin typeface="Corbel"/>
                <a:sym typeface="Corbel"/>
              </a:rPr>
              <a:t>two</a:t>
            </a:r>
            <a:r>
              <a:rPr kumimoji="0" lang="pt-PT" sz="2100" b="0" i="0" u="none" strike="noStrike" kern="0" cap="none" spc="0" normalizeH="0" baseline="0" noProof="0" dirty="0">
                <a:ln>
                  <a:noFill/>
                </a:ln>
                <a:solidFill>
                  <a:srgbClr val="000000"/>
                </a:solidFill>
                <a:effectLst/>
                <a:uLnTx/>
                <a:uFillTx/>
                <a:latin typeface="Corbel"/>
                <a:sym typeface="Corbel"/>
              </a:rPr>
              <a:t> </a:t>
            </a:r>
            <a:r>
              <a:rPr kumimoji="0" lang="pt-PT" sz="2100" b="0" i="0" u="none" strike="noStrike" kern="0" cap="none" spc="0" normalizeH="0" baseline="0" noProof="0" dirty="0" err="1">
                <a:ln>
                  <a:noFill/>
                </a:ln>
                <a:solidFill>
                  <a:srgbClr val="000000"/>
                </a:solidFill>
                <a:effectLst/>
                <a:uLnTx/>
                <a:uFillTx/>
                <a:latin typeface="Corbel"/>
                <a:sym typeface="Corbel"/>
              </a:rPr>
              <a:t>butto</a:t>
            </a:r>
            <a:r>
              <a:rPr kumimoji="0" lang="pt-PT" sz="2100" b="0" i="0" u="none" strike="noStrike" kern="0" cap="none" spc="0" normalizeH="0" baseline="0" noProof="0" dirty="0">
                <a:ln>
                  <a:noFill/>
                </a:ln>
                <a:solidFill>
                  <a:srgbClr val="000000"/>
                </a:solidFill>
                <a:effectLst/>
                <a:uLnTx/>
                <a:uFillTx/>
                <a:latin typeface="Corbel"/>
                <a:sym typeface="Corbel"/>
              </a:rPr>
              <a:t>n </a:t>
            </a:r>
            <a:r>
              <a:rPr kumimoji="0" sz="2100" b="0" i="0" u="none" strike="noStrike" kern="0" cap="none" spc="0" normalizeH="0" baseline="0" noProof="0" dirty="0">
                <a:ln>
                  <a:noFill/>
                </a:ln>
                <a:solidFill>
                  <a:srgbClr val="000000"/>
                </a:solidFill>
                <a:effectLst/>
                <a:uLnTx/>
                <a:uFillTx/>
                <a:latin typeface="Corbel"/>
                <a:sym typeface="Corbel"/>
              </a:rPr>
              <a:t>circuit of </a:t>
            </a:r>
            <a:r>
              <a:rPr kumimoji="0" lang="pt-PT" sz="2100" b="0" i="0" u="none" strike="noStrike" kern="0" cap="none" spc="0" normalizeH="0" baseline="0" noProof="0" dirty="0">
                <a:ln>
                  <a:noFill/>
                </a:ln>
                <a:solidFill>
                  <a:srgbClr val="000000"/>
                </a:solidFill>
                <a:effectLst/>
                <a:uLnTx/>
                <a:uFillTx/>
                <a:latin typeface="Corbel"/>
                <a:sym typeface="Corbel"/>
              </a:rPr>
              <a:t>(in </a:t>
            </a:r>
            <a:r>
              <a:rPr kumimoji="0" lang="pt-PT" sz="2100" b="0" i="0" u="none" strike="noStrike" kern="0" cap="none" spc="0" normalizeH="0" baseline="0" noProof="0" dirty="0" err="1">
                <a:ln>
                  <a:noFill/>
                </a:ln>
                <a:solidFill>
                  <a:srgbClr val="000000"/>
                </a:solidFill>
                <a:effectLst/>
                <a:uLnTx/>
                <a:uFillTx/>
                <a:latin typeface="Corbel"/>
                <a:sym typeface="Corbel"/>
              </a:rPr>
              <a:t>this</a:t>
            </a:r>
            <a:r>
              <a:rPr kumimoji="0" lang="pt-PT" sz="2100" b="0" i="0" u="none" strike="noStrike" kern="0" cap="none" spc="0" normalizeH="0" baseline="0" noProof="0" dirty="0">
                <a:ln>
                  <a:noFill/>
                </a:ln>
                <a:solidFill>
                  <a:srgbClr val="000000"/>
                </a:solidFill>
                <a:effectLst/>
                <a:uLnTx/>
                <a:uFillTx/>
                <a:latin typeface="Corbel"/>
                <a:sym typeface="Corbel"/>
              </a:rPr>
              <a:t> case, </a:t>
            </a:r>
            <a:r>
              <a:rPr kumimoji="0" sz="2100" b="0" i="0" u="none" strike="noStrike" kern="0" cap="none" spc="0" normalizeH="0" baseline="0" noProof="0" dirty="0">
                <a:ln>
                  <a:noFill/>
                </a:ln>
                <a:solidFill>
                  <a:srgbClr val="000000"/>
                </a:solidFill>
                <a:effectLst/>
                <a:uLnTx/>
                <a:uFillTx/>
                <a:latin typeface="Corbel"/>
                <a:sym typeface="Corbel"/>
              </a:rPr>
              <a:t>connected to pins #6 and #7 using the </a:t>
            </a:r>
            <a:r>
              <a:rPr kumimoji="0" sz="2100" b="0" i="0" u="none" strike="noStrike" kern="0" cap="none" spc="0" normalizeH="0" baseline="0" noProof="0" dirty="0" err="1">
                <a:ln>
                  <a:noFill/>
                </a:ln>
                <a:solidFill>
                  <a:srgbClr val="000000"/>
                </a:solidFill>
                <a:effectLst/>
                <a:uLnTx/>
                <a:uFillTx/>
                <a:latin typeface="Corbel"/>
                <a:sym typeface="Corbel"/>
              </a:rPr>
              <a:t>arduino</a:t>
            </a:r>
            <a:r>
              <a:rPr kumimoji="0" sz="2100" b="0" i="0" u="none" strike="noStrike" kern="0" cap="none" spc="0" normalizeH="0" baseline="0" noProof="0" dirty="0">
                <a:ln>
                  <a:noFill/>
                </a:ln>
                <a:solidFill>
                  <a:srgbClr val="000000"/>
                </a:solidFill>
                <a:effectLst/>
                <a:uLnTx/>
                <a:uFillTx/>
                <a:latin typeface="Corbel"/>
                <a:sym typeface="Corbel"/>
              </a:rPr>
              <a:t> internal pullup resistor).</a:t>
            </a:r>
          </a:p>
          <a:p>
            <a:pPr marL="294105" marR="0" lvl="0" indent="-294105" algn="l" defTabSz="457200" rtl="0" eaLnBrk="1" fontAlgn="auto" latinLnBrk="0" hangingPunct="0">
              <a:lnSpc>
                <a:spcPct val="100000"/>
              </a:lnSpc>
              <a:spcBef>
                <a:spcPts val="1800"/>
              </a:spcBef>
              <a:spcAft>
                <a:spcPts val="0"/>
              </a:spcAft>
              <a:buClrTx/>
              <a:buSzPct val="100000"/>
              <a:buFontTx/>
              <a:buAutoNum type="arabicPeriod"/>
              <a:tabLst/>
              <a:defRPr sz="2100"/>
            </a:pPr>
            <a:r>
              <a:rPr kumimoji="0" lang="pt-PT" sz="2100" b="0" i="0" u="none" strike="noStrike" kern="0" cap="none" spc="0" normalizeH="0" baseline="0" noProof="0" dirty="0">
                <a:ln>
                  <a:noFill/>
                </a:ln>
                <a:solidFill>
                  <a:srgbClr val="000000"/>
                </a:solidFill>
                <a:effectLst/>
                <a:uLnTx/>
                <a:uFillTx/>
                <a:latin typeface="Corbel"/>
                <a:sym typeface="Corbel"/>
              </a:rPr>
              <a:t>Use</a:t>
            </a:r>
            <a:r>
              <a:rPr kumimoji="0" sz="2100" b="0" i="0" u="none" strike="noStrike" kern="0" cap="none" spc="0" normalizeH="0" baseline="0" noProof="0" dirty="0">
                <a:ln>
                  <a:noFill/>
                </a:ln>
                <a:solidFill>
                  <a:srgbClr val="000000"/>
                </a:solidFill>
                <a:effectLst/>
                <a:uLnTx/>
                <a:uFillTx/>
                <a:latin typeface="Corbel"/>
                <a:sym typeface="Corbel"/>
              </a:rPr>
              <a:t> </a:t>
            </a:r>
            <a:r>
              <a:rPr kumimoji="0" lang="pt-PT" sz="2100" b="0" i="0" u="none" strike="noStrike" kern="0" cap="none" spc="0" normalizeH="0" baseline="0" noProof="0" dirty="0" err="1">
                <a:ln>
                  <a:noFill/>
                </a:ln>
                <a:solidFill>
                  <a:srgbClr val="000000"/>
                </a:solidFill>
                <a:effectLst/>
                <a:uLnTx/>
                <a:uFillTx/>
                <a:latin typeface="Corbel"/>
                <a:sym typeface="Corbel"/>
              </a:rPr>
              <a:t>the</a:t>
            </a:r>
            <a:r>
              <a:rPr kumimoji="0" lang="pt-PT" sz="2100" b="0" i="0" u="none" strike="noStrike" kern="0" cap="none" spc="0" normalizeH="0" baseline="0" noProof="0" dirty="0">
                <a:ln>
                  <a:noFill/>
                </a:ln>
                <a:solidFill>
                  <a:srgbClr val="000000"/>
                </a:solidFill>
                <a:effectLst/>
                <a:uLnTx/>
                <a:uFillTx/>
                <a:latin typeface="Corbel"/>
                <a:sym typeface="Corbel"/>
              </a:rPr>
              <a:t> </a:t>
            </a:r>
            <a:r>
              <a:rPr kumimoji="0" lang="pt-PT" sz="2100" b="0" i="0" u="none" strike="noStrike" kern="0" cap="none" spc="0" normalizeH="0" baseline="0" noProof="0" dirty="0" err="1">
                <a:ln>
                  <a:noFill/>
                </a:ln>
                <a:solidFill>
                  <a:srgbClr val="000000"/>
                </a:solidFill>
                <a:effectLst/>
                <a:uLnTx/>
                <a:uFillTx/>
                <a:latin typeface="Corbel"/>
                <a:sym typeface="Corbel"/>
              </a:rPr>
              <a:t>Arduino</a:t>
            </a:r>
            <a:r>
              <a:rPr kumimoji="0" sz="2100" b="0" i="0" u="none" strike="noStrike" kern="0" cap="none" spc="0" normalizeH="0" baseline="0" noProof="0" dirty="0">
                <a:ln>
                  <a:noFill/>
                </a:ln>
                <a:solidFill>
                  <a:srgbClr val="000000"/>
                </a:solidFill>
                <a:effectLst/>
                <a:uLnTx/>
                <a:uFillTx/>
                <a:latin typeface="Corbel"/>
                <a:sym typeface="Corbel"/>
              </a:rPr>
              <a:t> program </a:t>
            </a:r>
            <a:r>
              <a:rPr kumimoji="0" lang="pt-PT" sz="2100" b="0" i="0" u="none" strike="noStrike" kern="0" cap="none" spc="0" normalizeH="0" baseline="0" noProof="0" dirty="0" err="1">
                <a:ln>
                  <a:noFill/>
                </a:ln>
                <a:solidFill>
                  <a:srgbClr val="000000"/>
                </a:solidFill>
                <a:effectLst/>
                <a:uLnTx/>
                <a:uFillTx/>
                <a:latin typeface="Corbel"/>
                <a:sym typeface="Corbel"/>
              </a:rPr>
              <a:t>provided</a:t>
            </a:r>
            <a:r>
              <a:rPr kumimoji="0" lang="pt-PT" sz="2100" b="0" i="0" u="none" strike="noStrike" kern="0" cap="none" spc="0" normalizeH="0" baseline="0" noProof="0" dirty="0">
                <a:ln>
                  <a:noFill/>
                </a:ln>
                <a:solidFill>
                  <a:srgbClr val="000000"/>
                </a:solidFill>
                <a:effectLst/>
                <a:uLnTx/>
                <a:uFillTx/>
                <a:latin typeface="Corbel"/>
                <a:sym typeface="Corbel"/>
              </a:rPr>
              <a:t> in </a:t>
            </a:r>
            <a:r>
              <a:rPr kumimoji="0" lang="pt-PT" sz="2100" b="0" i="0" u="none" strike="noStrike" kern="0" cap="none" spc="0" normalizeH="0" baseline="0" noProof="0" dirty="0" err="1">
                <a:ln>
                  <a:noFill/>
                </a:ln>
                <a:solidFill>
                  <a:srgbClr val="000000"/>
                </a:solidFill>
                <a:effectLst/>
                <a:uLnTx/>
                <a:uFillTx/>
                <a:latin typeface="Corbel"/>
                <a:sym typeface="Corbel"/>
              </a:rPr>
              <a:t>the</a:t>
            </a:r>
            <a:r>
              <a:rPr kumimoji="0" lang="pt-PT" sz="2100" b="0" i="0" u="none" strike="noStrike" kern="0" cap="none" spc="0" normalizeH="0" baseline="0" noProof="0" dirty="0">
                <a:ln>
                  <a:noFill/>
                </a:ln>
                <a:solidFill>
                  <a:srgbClr val="000000"/>
                </a:solidFill>
                <a:effectLst/>
                <a:uLnTx/>
                <a:uFillTx/>
                <a:latin typeface="Corbel"/>
                <a:sym typeface="Corbel"/>
              </a:rPr>
              <a:t> </a:t>
            </a:r>
            <a:r>
              <a:rPr kumimoji="0" lang="pt-PT" sz="2100" b="0" i="0" u="none" strike="noStrike" kern="0" cap="none" spc="0" normalizeH="0" baseline="0" noProof="0" dirty="0" err="1">
                <a:ln>
                  <a:noFill/>
                </a:ln>
                <a:solidFill>
                  <a:srgbClr val="000000"/>
                </a:solidFill>
                <a:effectLst/>
                <a:uLnTx/>
                <a:uFillTx/>
                <a:latin typeface="Corbel"/>
                <a:sym typeface="Corbel"/>
              </a:rPr>
              <a:t>skeleton</a:t>
            </a:r>
            <a:r>
              <a:rPr kumimoji="0" lang="pt-PT" sz="2100" b="0" i="0" u="none" strike="noStrike" kern="0" cap="none" spc="0" normalizeH="0" baseline="0" noProof="0" dirty="0">
                <a:ln>
                  <a:noFill/>
                </a:ln>
                <a:solidFill>
                  <a:srgbClr val="000000"/>
                </a:solidFill>
                <a:effectLst/>
                <a:uLnTx/>
                <a:uFillTx/>
                <a:latin typeface="Corbel"/>
                <a:sym typeface="Corbel"/>
              </a:rPr>
              <a:t>, </a:t>
            </a:r>
            <a:r>
              <a:rPr kumimoji="0" sz="2100" b="0" i="0" u="none" strike="noStrike" kern="0" cap="none" spc="0" normalizeH="0" baseline="0" noProof="0" dirty="0">
                <a:ln>
                  <a:noFill/>
                </a:ln>
                <a:solidFill>
                  <a:srgbClr val="000000"/>
                </a:solidFill>
                <a:effectLst/>
                <a:uLnTx/>
                <a:uFillTx/>
                <a:latin typeface="Corbel"/>
                <a:sym typeface="Corbel"/>
              </a:rPr>
              <a:t>that reads the state of the two buttons.</a:t>
            </a:r>
          </a:p>
        </p:txBody>
      </p:sp>
      <p:pic>
        <p:nvPicPr>
          <p:cNvPr id="402" name="Image" descr="Image"/>
          <p:cNvPicPr>
            <a:picLocks noChangeAspect="1"/>
          </p:cNvPicPr>
          <p:nvPr/>
        </p:nvPicPr>
        <p:blipFill>
          <a:blip r:embed="rId3"/>
          <a:stretch>
            <a:fillRect/>
          </a:stretch>
        </p:blipFill>
        <p:spPr>
          <a:xfrm>
            <a:off x="1037496" y="1918367"/>
            <a:ext cx="3272918" cy="4180841"/>
          </a:xfrm>
          <a:prstGeom prst="rect">
            <a:avLst/>
          </a:prstGeom>
          <a:ln w="12700">
            <a:miter lim="400000"/>
          </a:ln>
        </p:spPr>
      </p:pic>
    </p:spTree>
    <p:extLst>
      <p:ext uri="{BB962C8B-B14F-4D97-AF65-F5344CB8AC3E}">
        <p14:creationId xmlns:p14="http://schemas.microsoft.com/office/powerpoint/2010/main" val="251558517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Text"/>
          <p:cNvSpPr txBox="1"/>
          <p:nvPr/>
        </p:nvSpPr>
        <p:spPr>
          <a:xfrm>
            <a:off x="8502525" y="278087"/>
            <a:ext cx="319684"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lvl1pPr algn="ctr" defTabSz="584200">
              <a:defRPr sz="1500" b="1"/>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500" b="1" i="0" u="none" strike="noStrike" kern="0" cap="none" spc="0" normalizeH="0" baseline="0" noProof="0">
                <a:ln>
                  <a:noFill/>
                </a:ln>
                <a:solidFill>
                  <a:srgbClr val="000000"/>
                </a:solidFill>
                <a:effectLst/>
                <a:uLnTx/>
                <a:uFillTx/>
                <a:latin typeface="Corbel"/>
                <a:sym typeface="Corbel"/>
              </a:rPr>
              <a:pPr marL="0" marR="0" lvl="0" indent="0" algn="ctr" defTabSz="584200" rtl="0" eaLnBrk="1" fontAlgn="auto" latinLnBrk="0" hangingPunct="0">
                <a:lnSpc>
                  <a:spcPct val="100000"/>
                </a:lnSpc>
                <a:spcBef>
                  <a:spcPts val="0"/>
                </a:spcBef>
                <a:spcAft>
                  <a:spcPts val="0"/>
                </a:spcAft>
                <a:buClrTx/>
                <a:buSzTx/>
                <a:buFontTx/>
                <a:buNone/>
                <a:tabLst/>
                <a:defRPr/>
              </a:pPr>
              <a:t>4</a:t>
            </a:fld>
            <a:endParaRPr kumimoji="0" sz="1500" b="1" i="0" u="none" strike="noStrike" kern="0" cap="none" spc="0" normalizeH="0" baseline="0" noProof="0">
              <a:ln>
                <a:noFill/>
              </a:ln>
              <a:solidFill>
                <a:srgbClr val="000000"/>
              </a:solidFill>
              <a:effectLst/>
              <a:uLnTx/>
              <a:uFillTx/>
              <a:latin typeface="Corbel"/>
              <a:sym typeface="Corbel"/>
            </a:endParaRPr>
          </a:p>
        </p:txBody>
      </p:sp>
      <p:sp>
        <p:nvSpPr>
          <p:cNvPr id="408" name="Title 1"/>
          <p:cNvSpPr txBox="1">
            <a:spLocks noGrp="1"/>
          </p:cNvSpPr>
          <p:nvPr>
            <p:ph type="title"/>
          </p:nvPr>
        </p:nvSpPr>
        <p:spPr>
          <a:xfrm>
            <a:off x="1239014" y="1125856"/>
            <a:ext cx="6665971" cy="1017504"/>
          </a:xfrm>
          <a:prstGeom prst="rect">
            <a:avLst/>
          </a:prstGeom>
        </p:spPr>
        <p:txBody>
          <a:bodyPr anchor="t"/>
          <a:lstStyle>
            <a:lvl1pPr>
              <a:lnSpc>
                <a:spcPct val="100000"/>
              </a:lnSpc>
              <a:defRPr sz="3000" spc="93"/>
            </a:lvl1pPr>
          </a:lstStyle>
          <a:p>
            <a:r>
              <a:rPr lang="pt-PT" dirty="0" err="1"/>
              <a:t>Arduino</a:t>
            </a:r>
            <a:r>
              <a:rPr lang="pt-PT" dirty="0"/>
              <a:t> </a:t>
            </a:r>
            <a:r>
              <a:rPr lang="pt-PT" dirty="0" err="1"/>
              <a:t>side</a:t>
            </a:r>
            <a:r>
              <a:rPr lang="pt-PT" dirty="0"/>
              <a:t>:</a:t>
            </a:r>
            <a:endParaRPr dirty="0"/>
          </a:p>
        </p:txBody>
      </p:sp>
      <p:sp>
        <p:nvSpPr>
          <p:cNvPr id="409" name="When the button on the left is pressed, the character 'L' should be printed on the serial port, and the character 'R' should be printed when it happens with the button on the right.…"/>
          <p:cNvSpPr txBox="1"/>
          <p:nvPr/>
        </p:nvSpPr>
        <p:spPr>
          <a:xfrm>
            <a:off x="4464064" y="1814335"/>
            <a:ext cx="4008660" cy="42011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294105" marR="0" lvl="0" indent="-294105" algn="l" defTabSz="457200" rtl="0" eaLnBrk="1" fontAlgn="auto" latinLnBrk="0" hangingPunct="0">
              <a:lnSpc>
                <a:spcPct val="100000"/>
              </a:lnSpc>
              <a:spcBef>
                <a:spcPts val="1800"/>
              </a:spcBef>
              <a:spcAft>
                <a:spcPts val="0"/>
              </a:spcAft>
              <a:buClrTx/>
              <a:buSzPct val="100000"/>
              <a:buFontTx/>
              <a:buAutoNum type="arabicPeriod" startAt="3"/>
              <a:tabLst/>
              <a:defRPr sz="2100"/>
            </a:pPr>
            <a:r>
              <a:rPr kumimoji="0" sz="2100" b="0" i="0" u="none" strike="noStrike" kern="0" cap="none" spc="0" normalizeH="0" baseline="0" noProof="0" dirty="0">
                <a:ln>
                  <a:noFill/>
                </a:ln>
                <a:solidFill>
                  <a:srgbClr val="000000"/>
                </a:solidFill>
                <a:effectLst/>
                <a:uLnTx/>
                <a:uFillTx/>
                <a:latin typeface="Corbel"/>
                <a:sym typeface="Corbel"/>
              </a:rPr>
              <a:t>When the button on the left is pressed, the character 'L' should be printed on the serial port, and the character 'R' should be printed when it happens with the button on the right. </a:t>
            </a:r>
          </a:p>
          <a:p>
            <a:pPr marL="294105" marR="0" lvl="0" indent="-294105" algn="l" defTabSz="457200" rtl="0" eaLnBrk="1" fontAlgn="auto" latinLnBrk="0" hangingPunct="0">
              <a:lnSpc>
                <a:spcPct val="100000"/>
              </a:lnSpc>
              <a:spcBef>
                <a:spcPts val="1800"/>
              </a:spcBef>
              <a:spcAft>
                <a:spcPts val="0"/>
              </a:spcAft>
              <a:buClrTx/>
              <a:buSzPct val="100000"/>
              <a:buFontTx/>
              <a:buAutoNum type="arabicPeriod" startAt="3"/>
              <a:tabLst/>
              <a:defRPr sz="2100"/>
            </a:pPr>
            <a:r>
              <a:rPr kumimoji="0" lang="en-GB" sz="2100" b="0" i="0" u="none" strike="noStrike" kern="0" cap="none" spc="0" normalizeH="0" baseline="0" noProof="0" dirty="0">
                <a:ln>
                  <a:noFill/>
                </a:ln>
                <a:solidFill>
                  <a:srgbClr val="000000"/>
                </a:solidFill>
                <a:effectLst/>
                <a:uLnTx/>
                <a:uFillTx/>
                <a:latin typeface="Corbel"/>
                <a:sym typeface="Corbel"/>
              </a:rPr>
              <a:t>The state of the buttons is updated every 50ms </a:t>
            </a:r>
            <a:r>
              <a:rPr kumimoji="0" lang="en-GB" sz="2100" b="1" i="0" u="none" strike="noStrike" kern="0" cap="none" spc="0" normalizeH="0" baseline="0" noProof="0" dirty="0">
                <a:ln>
                  <a:noFill/>
                </a:ln>
                <a:solidFill>
                  <a:srgbClr val="000000"/>
                </a:solidFill>
                <a:effectLst/>
                <a:uLnTx/>
                <a:uFillTx/>
                <a:latin typeface="Corbel"/>
                <a:sym typeface="Corbel"/>
              </a:rPr>
              <a:t>(why?) -</a:t>
            </a:r>
            <a:r>
              <a:rPr kumimoji="0" lang="en-GB" sz="2100" b="0" i="0" u="none" strike="noStrike" kern="0" cap="none" spc="0" normalizeH="0" baseline="0" noProof="0" dirty="0">
                <a:ln>
                  <a:noFill/>
                </a:ln>
                <a:solidFill>
                  <a:srgbClr val="000000"/>
                </a:solidFill>
                <a:effectLst/>
                <a:uLnTx/>
                <a:uFillTx/>
                <a:latin typeface="Corbel"/>
                <a:sym typeface="Corbel"/>
              </a:rPr>
              <a:t> that is, the reading of the digital pin for each button should be performed and reported (via serial port) at intervals of 50ms.</a:t>
            </a:r>
          </a:p>
        </p:txBody>
      </p:sp>
      <p:pic>
        <p:nvPicPr>
          <p:cNvPr id="410" name="Image" descr="Image"/>
          <p:cNvPicPr>
            <a:picLocks noChangeAspect="1"/>
          </p:cNvPicPr>
          <p:nvPr/>
        </p:nvPicPr>
        <p:blipFill>
          <a:blip r:embed="rId3"/>
          <a:stretch>
            <a:fillRect/>
          </a:stretch>
        </p:blipFill>
        <p:spPr>
          <a:xfrm>
            <a:off x="1037496" y="1918367"/>
            <a:ext cx="3272918" cy="4180841"/>
          </a:xfrm>
          <a:prstGeom prst="rect">
            <a:avLst/>
          </a:prstGeom>
          <a:ln w="12700">
            <a:miter lim="400000"/>
          </a:ln>
        </p:spPr>
      </p:pic>
    </p:spTree>
    <p:extLst>
      <p:ext uri="{BB962C8B-B14F-4D97-AF65-F5344CB8AC3E}">
        <p14:creationId xmlns:p14="http://schemas.microsoft.com/office/powerpoint/2010/main" val="120361997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Text"/>
          <p:cNvSpPr txBox="1"/>
          <p:nvPr/>
        </p:nvSpPr>
        <p:spPr>
          <a:xfrm>
            <a:off x="8502014" y="278087"/>
            <a:ext cx="320707"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lvl1pPr algn="ctr" defTabSz="584200">
              <a:defRPr sz="1500" b="1"/>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500" b="1" i="0" u="none" strike="noStrike" kern="0" cap="none" spc="0" normalizeH="0" baseline="0" noProof="0">
                <a:ln>
                  <a:noFill/>
                </a:ln>
                <a:solidFill>
                  <a:srgbClr val="000000"/>
                </a:solidFill>
                <a:effectLst/>
                <a:uLnTx/>
                <a:uFillTx/>
                <a:latin typeface="Corbel"/>
                <a:sym typeface="Corbel"/>
              </a:rPr>
              <a:pPr marL="0" marR="0" lvl="0" indent="0" algn="ctr" defTabSz="584200" rtl="0" eaLnBrk="1" fontAlgn="auto" latinLnBrk="0" hangingPunct="0">
                <a:lnSpc>
                  <a:spcPct val="100000"/>
                </a:lnSpc>
                <a:spcBef>
                  <a:spcPts val="0"/>
                </a:spcBef>
                <a:spcAft>
                  <a:spcPts val="0"/>
                </a:spcAft>
                <a:buClrTx/>
                <a:buSzTx/>
                <a:buFontTx/>
                <a:buNone/>
                <a:tabLst/>
                <a:defRPr/>
              </a:pPr>
              <a:t>5</a:t>
            </a:fld>
            <a:endParaRPr kumimoji="0" sz="1500" b="1" i="0" u="none" strike="noStrike" kern="0" cap="none" spc="0" normalizeH="0" baseline="0" noProof="0">
              <a:ln>
                <a:noFill/>
              </a:ln>
              <a:solidFill>
                <a:srgbClr val="000000"/>
              </a:solidFill>
              <a:effectLst/>
              <a:uLnTx/>
              <a:uFillTx/>
              <a:latin typeface="Corbel"/>
              <a:sym typeface="Corbel"/>
            </a:endParaRPr>
          </a:p>
        </p:txBody>
      </p:sp>
      <p:sp>
        <p:nvSpPr>
          <p:cNvPr id="424" name="Title 1"/>
          <p:cNvSpPr txBox="1">
            <a:spLocks noGrp="1"/>
          </p:cNvSpPr>
          <p:nvPr>
            <p:ph type="title"/>
          </p:nvPr>
        </p:nvSpPr>
        <p:spPr>
          <a:xfrm>
            <a:off x="206280" y="2920248"/>
            <a:ext cx="2558435" cy="1017504"/>
          </a:xfrm>
          <a:prstGeom prst="rect">
            <a:avLst/>
          </a:prstGeom>
        </p:spPr>
        <p:txBody>
          <a:bodyPr anchor="t">
            <a:normAutofit fontScale="90000"/>
          </a:bodyPr>
          <a:lstStyle/>
          <a:p>
            <a:pPr>
              <a:lnSpc>
                <a:spcPct val="100000"/>
              </a:lnSpc>
              <a:defRPr sz="3000" spc="93"/>
            </a:pPr>
            <a:r>
              <a:rPr dirty="0"/>
              <a:t>A possible solution (</a:t>
            </a:r>
            <a:r>
              <a:rPr b="1" dirty="0"/>
              <a:t>Arduino</a:t>
            </a:r>
            <a:r>
              <a:rPr dirty="0"/>
              <a:t> Side)</a:t>
            </a:r>
          </a:p>
        </p:txBody>
      </p:sp>
      <p:sp>
        <p:nvSpPr>
          <p:cNvPr id="425" name="#define ButtonA 6…"/>
          <p:cNvSpPr txBox="1"/>
          <p:nvPr/>
        </p:nvSpPr>
        <p:spPr>
          <a:xfrm>
            <a:off x="3743456" y="689788"/>
            <a:ext cx="4066176" cy="5478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#define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ButtonA</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6</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#define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ButtonB</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7</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long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ellapsed</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void setup() {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pinMode</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ButtonA,INPUT_PULLUP</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pinMode</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ButtonB,INPUT_PULLUP</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Serial.begin</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(9600);</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ellapsed</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millis</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void loop()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if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millis</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ellapsed</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&gt;50){</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bool R =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digitalRead</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ButtonA</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bool L =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digitalRead</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ButtonB</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ellapsed</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millis</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if (R &amp;&amp; L)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Serial.println</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('X');</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else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if (R)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Serial.println</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('R');</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if (L) </a:t>
            </a:r>
            <a:r>
              <a:rPr kumimoji="0" lang="en-GB" sz="1400" b="0" i="0" u="none" strike="noStrike" kern="0" cap="none" spc="0" normalizeH="0" baseline="0" noProof="0" dirty="0" err="1">
                <a:ln>
                  <a:noFill/>
                </a:ln>
                <a:solidFill>
                  <a:srgbClr val="000000"/>
                </a:solidFill>
                <a:effectLst/>
                <a:uLnTx/>
                <a:uFillTx/>
                <a:latin typeface="Menlo" panose="020B0609030804020204" pitchFamily="49" charset="0"/>
                <a:sym typeface="Corbel"/>
              </a:rPr>
              <a:t>Serial.println</a:t>
            </a: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('L');</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1400" b="0" i="0" u="none" strike="noStrike" kern="0" cap="none" spc="0" normalizeH="0" baseline="0" noProof="0" dirty="0">
                <a:ln>
                  <a:noFill/>
                </a:ln>
                <a:solidFill>
                  <a:srgbClr val="000000"/>
                </a:solidFill>
                <a:effectLst/>
                <a:uLnTx/>
                <a:uFillTx/>
                <a:latin typeface="Menlo" panose="020B0609030804020204" pitchFamily="49" charset="0"/>
                <a:sym typeface="Corbel"/>
              </a:rPr>
              <a:t>}</a:t>
            </a:r>
          </a:p>
        </p:txBody>
      </p:sp>
    </p:spTree>
    <p:extLst>
      <p:ext uri="{BB962C8B-B14F-4D97-AF65-F5344CB8AC3E}">
        <p14:creationId xmlns:p14="http://schemas.microsoft.com/office/powerpoint/2010/main" val="60771909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9AE00-A1C8-FD4B-9D98-FBB7496679E4}"/>
              </a:ext>
            </a:extLst>
          </p:cNvPr>
          <p:cNvSpPr>
            <a:spLocks noGrp="1"/>
          </p:cNvSpPr>
          <p:nvPr>
            <p:ph type="title"/>
          </p:nvPr>
        </p:nvSpPr>
        <p:spPr/>
        <p:txBody>
          <a:bodyPr/>
          <a:lstStyle/>
          <a:p>
            <a:r>
              <a:rPr lang="en-PT" dirty="0"/>
              <a:t>What now?</a:t>
            </a:r>
          </a:p>
        </p:txBody>
      </p:sp>
      <p:sp>
        <p:nvSpPr>
          <p:cNvPr id="3" name="Text Placeholder 2">
            <a:extLst>
              <a:ext uri="{FF2B5EF4-FFF2-40B4-BE49-F238E27FC236}">
                <a16:creationId xmlns:a16="http://schemas.microsoft.com/office/drawing/2014/main" id="{027FD06E-8BD8-A44F-9A28-6DA020C4BA14}"/>
              </a:ext>
            </a:extLst>
          </p:cNvPr>
          <p:cNvSpPr>
            <a:spLocks noGrp="1"/>
          </p:cNvSpPr>
          <p:nvPr>
            <p:ph type="body" idx="1"/>
          </p:nvPr>
        </p:nvSpPr>
        <p:spPr/>
        <p:txBody>
          <a:bodyPr/>
          <a:lstStyle/>
          <a:p>
            <a:r>
              <a:rPr lang="en-PT" dirty="0"/>
              <a:t>Now we need for you to write a program that receives the ’L’ or ´R’ characters and moves a dot, or ball.</a:t>
            </a:r>
          </a:p>
          <a:p>
            <a:endParaRPr lang="en-PT" dirty="0"/>
          </a:p>
          <a:p>
            <a:r>
              <a:rPr lang="en-PT" dirty="0"/>
              <a:t>A suggestion: use a P</a:t>
            </a:r>
            <a:r>
              <a:rPr lang="en-GB" dirty="0"/>
              <a:t>V</a:t>
            </a:r>
            <a:r>
              <a:rPr lang="en-PT" dirty="0"/>
              <a:t>ector to store the object (dot, ball) coordinates and a another P</a:t>
            </a:r>
            <a:r>
              <a:rPr lang="en-GB" dirty="0"/>
              <a:t>V</a:t>
            </a:r>
            <a:r>
              <a:rPr lang="en-PT" dirty="0"/>
              <a:t>ector to add to the object P</a:t>
            </a:r>
            <a:r>
              <a:rPr lang="en-GB" dirty="0"/>
              <a:t>V</a:t>
            </a:r>
            <a:r>
              <a:rPr lang="en-PT" dirty="0"/>
              <a:t>ector on each </a:t>
            </a:r>
            <a:r>
              <a:rPr lang="en-PT" i="1" dirty="0"/>
              <a:t>draw().</a:t>
            </a:r>
          </a:p>
          <a:p>
            <a:endParaRPr lang="en-PT" dirty="0"/>
          </a:p>
          <a:p>
            <a:r>
              <a:rPr lang="en-PT" dirty="0"/>
              <a:t>You have the </a:t>
            </a:r>
            <a:r>
              <a:rPr lang="en-PT" i="1" dirty="0"/>
              <a:t>rotate </a:t>
            </a:r>
            <a:r>
              <a:rPr lang="en-PT" dirty="0"/>
              <a:t>method to help you…</a:t>
            </a:r>
          </a:p>
        </p:txBody>
      </p:sp>
    </p:spTree>
    <p:extLst>
      <p:ext uri="{BB962C8B-B14F-4D97-AF65-F5344CB8AC3E}">
        <p14:creationId xmlns:p14="http://schemas.microsoft.com/office/powerpoint/2010/main" val="237197936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8C1003-1701-814F-A1CA-A9FC6CAAA8C6}"/>
              </a:ext>
            </a:extLst>
          </p:cNvPr>
          <p:cNvSpPr>
            <a:spLocks noGrp="1"/>
          </p:cNvSpPr>
          <p:nvPr>
            <p:ph type="body" idx="1"/>
          </p:nvPr>
        </p:nvSpPr>
        <p:spPr>
          <a:xfrm>
            <a:off x="2832653" y="483704"/>
            <a:ext cx="5122276" cy="5890592"/>
          </a:xfrm>
        </p:spPr>
        <p:txBody>
          <a:bodyPr>
            <a:normAutofit fontScale="92500" lnSpcReduction="10000"/>
          </a:bodyPr>
          <a:lstStyle/>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a:t>
            </a:r>
          </a:p>
          <a:p>
            <a:pPr marL="0" indent="0">
              <a:lnSpc>
                <a:spcPct val="120000"/>
              </a:lnSpc>
              <a:spcBef>
                <a:spcPts val="300"/>
              </a:spcBef>
              <a:buNone/>
            </a:pPr>
            <a:r>
              <a:rPr lang="en-GB" sz="1600" dirty="0" err="1">
                <a:latin typeface="Consolas" panose="020B0609020204030204" pitchFamily="49" charset="0"/>
                <a:cs typeface="Consolas" panose="020B0609020204030204" pitchFamily="49" charset="0"/>
              </a:rPr>
              <a:t>PVector</a:t>
            </a:r>
            <a:r>
              <a:rPr lang="en-GB" sz="1600" dirty="0">
                <a:latin typeface="Consolas" panose="020B0609020204030204" pitchFamily="49" charset="0"/>
                <a:cs typeface="Consolas" panose="020B0609020204030204" pitchFamily="49" charset="0"/>
              </a:rPr>
              <a:t> heading;</a:t>
            </a:r>
          </a:p>
          <a:p>
            <a:pPr marL="0" indent="0">
              <a:lnSpc>
                <a:spcPct val="120000"/>
              </a:lnSpc>
              <a:spcBef>
                <a:spcPts val="300"/>
              </a:spcBef>
              <a:buNone/>
            </a:pPr>
            <a:r>
              <a:rPr lang="en-GB" sz="1600" dirty="0" err="1">
                <a:latin typeface="Consolas" panose="020B0609020204030204" pitchFamily="49" charset="0"/>
                <a:cs typeface="Consolas" panose="020B0609020204030204" pitchFamily="49" charset="0"/>
              </a:rPr>
              <a:t>PVector</a:t>
            </a:r>
            <a:r>
              <a:rPr lang="en-GB" sz="1600" dirty="0">
                <a:latin typeface="Consolas" panose="020B0609020204030204" pitchFamily="49" charset="0"/>
                <a:cs typeface="Consolas" panose="020B0609020204030204" pitchFamily="49" charset="0"/>
              </a:rPr>
              <a:t> turtle;</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long count=0;</a:t>
            </a:r>
          </a:p>
          <a:p>
            <a:pPr marL="0" indent="0">
              <a:lnSpc>
                <a:spcPct val="120000"/>
              </a:lnSpc>
              <a:spcBef>
                <a:spcPts val="300"/>
              </a:spcBef>
              <a:buNone/>
            </a:pPr>
            <a:endParaRPr lang="en-GB" sz="1600" dirty="0">
              <a:latin typeface="Consolas" panose="020B0609020204030204" pitchFamily="49" charset="0"/>
              <a:cs typeface="Consolas" panose="020B0609020204030204" pitchFamily="49" charset="0"/>
            </a:endParaRP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void setup() {</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size(800,800);</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heading= new </a:t>
            </a:r>
            <a:r>
              <a:rPr lang="en-GB" sz="1600" dirty="0" err="1">
                <a:latin typeface="Consolas" panose="020B0609020204030204" pitchFamily="49" charset="0"/>
                <a:cs typeface="Consolas" panose="020B0609020204030204" pitchFamily="49" charset="0"/>
              </a:rPr>
              <a:t>PVector</a:t>
            </a:r>
            <a:r>
              <a:rPr lang="en-GB" sz="1600" dirty="0">
                <a:latin typeface="Consolas" panose="020B0609020204030204" pitchFamily="49" charset="0"/>
                <a:cs typeface="Consolas" panose="020B0609020204030204" pitchFamily="49" charset="0"/>
              </a:rPr>
              <a:t>(1,0);</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turtle= new </a:t>
            </a:r>
            <a:r>
              <a:rPr lang="en-GB" sz="1600" dirty="0" err="1">
                <a:latin typeface="Consolas" panose="020B0609020204030204" pitchFamily="49" charset="0"/>
                <a:cs typeface="Consolas" panose="020B0609020204030204" pitchFamily="49" charset="0"/>
              </a:rPr>
              <a:t>PVector</a:t>
            </a:r>
            <a:r>
              <a:rPr lang="en-GB" sz="1600" dirty="0">
                <a:latin typeface="Consolas" panose="020B0609020204030204" pitchFamily="49" charset="0"/>
                <a:cs typeface="Consolas" panose="020B0609020204030204" pitchFamily="49" charset="0"/>
              </a:rPr>
              <a:t>(400,400);</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a:t>
            </a:r>
          </a:p>
          <a:p>
            <a:pPr marL="0" indent="0">
              <a:lnSpc>
                <a:spcPct val="120000"/>
              </a:lnSpc>
              <a:spcBef>
                <a:spcPts val="300"/>
              </a:spcBef>
              <a:buNone/>
            </a:pPr>
            <a:endParaRPr lang="en-GB" sz="1600" dirty="0">
              <a:latin typeface="Consolas" panose="020B0609020204030204" pitchFamily="49" charset="0"/>
              <a:cs typeface="Consolas" panose="020B0609020204030204" pitchFamily="49" charset="0"/>
            </a:endParaRP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void draw(){</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ellipse(turtle.x,turtle.y,10,10);</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a:t>
            </a:r>
            <a:r>
              <a:rPr lang="en-GB" sz="1600" dirty="0" err="1">
                <a:latin typeface="Consolas" panose="020B0609020204030204" pitchFamily="49" charset="0"/>
                <a:cs typeface="Consolas" panose="020B0609020204030204" pitchFamily="49" charset="0"/>
              </a:rPr>
              <a:t>turtle.add</a:t>
            </a:r>
            <a:r>
              <a:rPr lang="en-GB" sz="1600" dirty="0">
                <a:latin typeface="Consolas" panose="020B0609020204030204" pitchFamily="49" charset="0"/>
                <a:cs typeface="Consolas" panose="020B0609020204030204" pitchFamily="49" charset="0"/>
              </a:rPr>
              <a:t>(heading);</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if (count==0) </a:t>
            </a:r>
            <a:r>
              <a:rPr lang="en-GB" sz="1600" dirty="0" err="1">
                <a:latin typeface="Consolas" panose="020B0609020204030204" pitchFamily="49" charset="0"/>
                <a:cs typeface="Consolas" panose="020B0609020204030204" pitchFamily="49" charset="0"/>
              </a:rPr>
              <a:t>heading.rotate</a:t>
            </a:r>
            <a:r>
              <a:rPr lang="en-GB" sz="1600" dirty="0">
                <a:latin typeface="Consolas" panose="020B0609020204030204" pitchFamily="49" charset="0"/>
                <a:cs typeface="Consolas" panose="020B0609020204030204" pitchFamily="49" charset="0"/>
              </a:rPr>
              <a:t>(random(-10,10));</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count=(count+1)%100;</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  </a:t>
            </a:r>
            <a:r>
              <a:rPr lang="en-GB" sz="1600" dirty="0" err="1">
                <a:latin typeface="Consolas" panose="020B0609020204030204" pitchFamily="49" charset="0"/>
                <a:cs typeface="Consolas" panose="020B0609020204030204" pitchFamily="49" charset="0"/>
              </a:rPr>
              <a:t>println</a:t>
            </a:r>
            <a:r>
              <a:rPr lang="en-GB" sz="1600" dirty="0">
                <a:latin typeface="Consolas" panose="020B0609020204030204" pitchFamily="49" charset="0"/>
                <a:cs typeface="Consolas" panose="020B0609020204030204" pitchFamily="49" charset="0"/>
              </a:rPr>
              <a:t>(count);</a:t>
            </a:r>
          </a:p>
          <a:p>
            <a:pPr marL="0" indent="0">
              <a:lnSpc>
                <a:spcPct val="120000"/>
              </a:lnSpc>
              <a:spcBef>
                <a:spcPts val="300"/>
              </a:spcBef>
              <a:buNone/>
            </a:pPr>
            <a:r>
              <a:rPr lang="en-GB" sz="1600" dirty="0">
                <a:latin typeface="Consolas" panose="020B0609020204030204" pitchFamily="49" charset="0"/>
                <a:cs typeface="Consolas" panose="020B0609020204030204" pitchFamily="49" charset="0"/>
              </a:rPr>
              <a:t>}</a:t>
            </a:r>
            <a:endParaRPr lang="en-PT" sz="1600" dirty="0">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7D610DE3-666D-964B-9275-06635972E2EA}"/>
              </a:ext>
            </a:extLst>
          </p:cNvPr>
          <p:cNvSpPr txBox="1"/>
          <p:nvPr/>
        </p:nvSpPr>
        <p:spPr>
          <a:xfrm>
            <a:off x="397566" y="2890392"/>
            <a:ext cx="2126975" cy="1077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PT" sz="3200" b="0" i="0" u="none" strike="noStrike" kern="0" cap="none" spc="0" normalizeH="0" baseline="0" noProof="0" dirty="0">
                <a:ln>
                  <a:noFill/>
                </a:ln>
                <a:solidFill>
                  <a:srgbClr val="000000"/>
                </a:solidFill>
                <a:effectLst/>
                <a:uLnTx/>
                <a:uFillTx/>
                <a:latin typeface="Corbel"/>
                <a:ea typeface="+mj-ea"/>
                <a:cs typeface="+mj-cs"/>
                <a:sym typeface="Corbel"/>
              </a:rPr>
              <a:t>An example</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en-GB" sz="3200" b="0" i="0" u="none" strike="noStrike" kern="0" cap="none" spc="0" normalizeH="0" baseline="0" noProof="0" dirty="0">
                <a:ln>
                  <a:noFill/>
                </a:ln>
                <a:solidFill>
                  <a:srgbClr val="000000"/>
                </a:solidFill>
                <a:effectLst/>
                <a:uLnTx/>
                <a:uFillTx/>
                <a:latin typeface="Corbel"/>
                <a:sym typeface="Corbel"/>
              </a:rPr>
              <a:t>f</a:t>
            </a:r>
            <a:r>
              <a:rPr kumimoji="0" lang="en-PT" sz="3200" b="0" i="0" u="none" strike="noStrike" kern="0" cap="none" spc="0" normalizeH="0" baseline="0" noProof="0" dirty="0">
                <a:ln>
                  <a:noFill/>
                </a:ln>
                <a:solidFill>
                  <a:srgbClr val="000000"/>
                </a:solidFill>
                <a:effectLst/>
                <a:uLnTx/>
                <a:uFillTx/>
                <a:latin typeface="Corbel"/>
                <a:sym typeface="Corbel"/>
              </a:rPr>
              <a:t>or P</a:t>
            </a:r>
            <a:r>
              <a:rPr kumimoji="0" lang="en-GB" sz="3200" b="0" i="0" u="none" strike="noStrike" kern="0" cap="none" spc="0" normalizeH="0" baseline="0" noProof="0" dirty="0">
                <a:ln>
                  <a:noFill/>
                </a:ln>
                <a:solidFill>
                  <a:srgbClr val="000000"/>
                </a:solidFill>
                <a:effectLst/>
                <a:uLnTx/>
                <a:uFillTx/>
                <a:latin typeface="Corbel"/>
                <a:sym typeface="Corbel"/>
              </a:rPr>
              <a:t>V</a:t>
            </a:r>
            <a:r>
              <a:rPr kumimoji="0" lang="en-PT" sz="3200" b="0" i="0" u="none" strike="noStrike" kern="0" cap="none" spc="0" normalizeH="0" baseline="0" noProof="0" dirty="0">
                <a:ln>
                  <a:noFill/>
                </a:ln>
                <a:solidFill>
                  <a:srgbClr val="000000"/>
                </a:solidFill>
                <a:effectLst/>
                <a:uLnTx/>
                <a:uFillTx/>
                <a:latin typeface="Corbel"/>
                <a:sym typeface="Corbel"/>
              </a:rPr>
              <a:t>ector</a:t>
            </a:r>
            <a:endParaRPr kumimoji="0" lang="en-PT" sz="3200" b="0" i="0" u="none" strike="noStrike" kern="0" cap="none" spc="0" normalizeH="0" baseline="0" noProof="0" dirty="0">
              <a:ln>
                <a:noFill/>
              </a:ln>
              <a:solidFill>
                <a:srgbClr val="000000"/>
              </a:solidFill>
              <a:effectLst/>
              <a:uLnTx/>
              <a:uFillTx/>
              <a:latin typeface="Corbel"/>
              <a:ea typeface="+mj-ea"/>
              <a:cs typeface="+mj-cs"/>
              <a:sym typeface="Corbel"/>
            </a:endParaRPr>
          </a:p>
        </p:txBody>
      </p:sp>
    </p:spTree>
    <p:extLst>
      <p:ext uri="{BB962C8B-B14F-4D97-AF65-F5344CB8AC3E}">
        <p14:creationId xmlns:p14="http://schemas.microsoft.com/office/powerpoint/2010/main" val="16008485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445AA-003B-B3E5-036F-6E50507D6CE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2F277F8-A836-6759-EFC2-F2136095D80A}"/>
              </a:ext>
            </a:extLst>
          </p:cNvPr>
          <p:cNvSpPr>
            <a:spLocks noGrp="1"/>
          </p:cNvSpPr>
          <p:nvPr>
            <p:ph type="body" idx="1"/>
          </p:nvPr>
        </p:nvSpPr>
        <p:spPr>
          <a:xfrm>
            <a:off x="3252201" y="-12721"/>
            <a:ext cx="5122276" cy="6858000"/>
          </a:xfrm>
        </p:spPr>
        <p:txBody>
          <a:bodyPr anchor="ctr">
            <a:noAutofit/>
          </a:bodyPr>
          <a:lstStyle/>
          <a:p>
            <a:pPr marL="0" indent="0">
              <a:lnSpc>
                <a:spcPct val="120000"/>
              </a:lnSpc>
              <a:spcBef>
                <a:spcPts val="100"/>
              </a:spcBef>
              <a:buNone/>
            </a:pPr>
            <a:endParaRPr lang="en-GB" sz="1100" dirty="0">
              <a:latin typeface="Consolas" panose="020B0609020204030204" pitchFamily="49" charset="0"/>
              <a:cs typeface="Consolas" panose="020B0609020204030204" pitchFamily="49" charset="0"/>
            </a:endParaRPr>
          </a:p>
          <a:p>
            <a:pPr marL="0" indent="0">
              <a:lnSpc>
                <a:spcPct val="120000"/>
              </a:lnSpc>
              <a:spcBef>
                <a:spcPts val="100"/>
              </a:spcBef>
              <a:buNone/>
            </a:pPr>
            <a:r>
              <a:rPr lang="en-GB" sz="1100" dirty="0" err="1">
                <a:latin typeface="Consolas" panose="020B0609020204030204" pitchFamily="49" charset="0"/>
                <a:cs typeface="Consolas" panose="020B0609020204030204" pitchFamily="49" charset="0"/>
              </a:rPr>
              <a:t>PVector</a:t>
            </a:r>
            <a:r>
              <a:rPr lang="en-GB" sz="1100" dirty="0">
                <a:latin typeface="Consolas" panose="020B0609020204030204" pitchFamily="49" charset="0"/>
                <a:cs typeface="Consolas" panose="020B0609020204030204" pitchFamily="49" charset="0"/>
              </a:rPr>
              <a:t> heading, turtle;</a:t>
            </a:r>
          </a:p>
          <a:p>
            <a:pPr marL="0" indent="0">
              <a:lnSpc>
                <a:spcPct val="120000"/>
              </a:lnSpc>
              <a:spcBef>
                <a:spcPts val="100"/>
              </a:spcBef>
              <a:buNone/>
            </a:pPr>
            <a:endParaRPr lang="en-GB" sz="600" dirty="0">
              <a:latin typeface="Consolas" panose="020B0609020204030204" pitchFamily="49" charset="0"/>
              <a:cs typeface="Consolas" panose="020B0609020204030204" pitchFamily="49" charset="0"/>
            </a:endParaRP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void setup()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size(800,800);</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String </a:t>
            </a:r>
            <a:r>
              <a:rPr lang="en-GB" sz="1100" dirty="0" err="1">
                <a:latin typeface="Consolas" panose="020B0609020204030204" pitchFamily="49" charset="0"/>
                <a:cs typeface="Consolas" panose="020B0609020204030204" pitchFamily="49" charset="0"/>
              </a:rPr>
              <a:t>portName</a:t>
            </a:r>
            <a:r>
              <a:rPr lang="en-GB" sz="1100" dirty="0">
                <a:latin typeface="Consolas" panose="020B0609020204030204" pitchFamily="49" charset="0"/>
                <a:cs typeface="Consolas" panose="020B0609020204030204" pitchFamily="49" charset="0"/>
              </a:rPr>
              <a:t> = </a:t>
            </a:r>
            <a:r>
              <a:rPr lang="en-GB" sz="1100" dirty="0" err="1">
                <a:latin typeface="Consolas" panose="020B0609020204030204" pitchFamily="49" charset="0"/>
                <a:cs typeface="Consolas" panose="020B0609020204030204" pitchFamily="49" charset="0"/>
              </a:rPr>
              <a:t>Serial.list</a:t>
            </a:r>
            <a:r>
              <a:rPr lang="en-GB" sz="1100" dirty="0">
                <a:latin typeface="Consolas" panose="020B0609020204030204" pitchFamily="49" charset="0"/>
                <a:cs typeface="Consolas" panose="020B0609020204030204" pitchFamily="49" charset="0"/>
              </a:rPr>
              <a:t>()[1]; //change to match your port</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r>
              <a:rPr lang="en-GB" sz="1100" dirty="0" err="1">
                <a:latin typeface="Consolas" panose="020B0609020204030204" pitchFamily="49" charset="0"/>
                <a:cs typeface="Consolas" panose="020B0609020204030204" pitchFamily="49" charset="0"/>
              </a:rPr>
              <a:t>myPort</a:t>
            </a:r>
            <a:r>
              <a:rPr lang="en-GB" sz="1100" dirty="0">
                <a:latin typeface="Consolas" panose="020B0609020204030204" pitchFamily="49" charset="0"/>
                <a:cs typeface="Consolas" panose="020B0609020204030204" pitchFamily="49" charset="0"/>
              </a:rPr>
              <a:t> = new Serial(this, </a:t>
            </a:r>
            <a:r>
              <a:rPr lang="en-GB" sz="1100" dirty="0" err="1">
                <a:latin typeface="Consolas" panose="020B0609020204030204" pitchFamily="49" charset="0"/>
                <a:cs typeface="Consolas" panose="020B0609020204030204" pitchFamily="49" charset="0"/>
              </a:rPr>
              <a:t>portName</a:t>
            </a:r>
            <a:r>
              <a:rPr lang="en-GB" sz="1100" dirty="0">
                <a:latin typeface="Consolas" panose="020B0609020204030204" pitchFamily="49" charset="0"/>
                <a:cs typeface="Consolas" panose="020B0609020204030204" pitchFamily="49" charset="0"/>
              </a:rPr>
              <a:t>, 9600);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r>
              <a:rPr lang="en-GB" sz="1100" dirty="0" err="1">
                <a:latin typeface="Consolas" panose="020B0609020204030204" pitchFamily="49" charset="0"/>
                <a:cs typeface="Consolas" panose="020B0609020204030204" pitchFamily="49" charset="0"/>
              </a:rPr>
              <a:t>myPort.bufferUntil</a:t>
            </a:r>
            <a:r>
              <a:rPr lang="en-GB" sz="1100" dirty="0">
                <a:latin typeface="Consolas" panose="020B0609020204030204" pitchFamily="49" charset="0"/>
                <a:cs typeface="Consolas" panose="020B0609020204030204" pitchFamily="49" charset="0"/>
              </a:rPr>
              <a:t>('\n');</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r>
              <a:rPr lang="en-GB" sz="1100" dirty="0" err="1">
                <a:latin typeface="Consolas" panose="020B0609020204030204" pitchFamily="49" charset="0"/>
                <a:cs typeface="Consolas" panose="020B0609020204030204" pitchFamily="49" charset="0"/>
              </a:rPr>
              <a:t>myPort.clear</a:t>
            </a:r>
            <a:r>
              <a:rPr lang="en-GB" sz="1100" dirty="0">
                <a:latin typeface="Consolas" panose="020B0609020204030204" pitchFamily="49" charset="0"/>
                <a:cs typeface="Consolas" panose="020B0609020204030204" pitchFamily="49" charset="0"/>
              </a:rPr>
              <a:t>();</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heading= new </a:t>
            </a:r>
            <a:r>
              <a:rPr lang="en-GB" sz="1100" dirty="0" err="1">
                <a:latin typeface="Consolas" panose="020B0609020204030204" pitchFamily="49" charset="0"/>
                <a:cs typeface="Consolas" panose="020B0609020204030204" pitchFamily="49" charset="0"/>
              </a:rPr>
              <a:t>PVector</a:t>
            </a:r>
            <a:r>
              <a:rPr lang="en-GB" sz="1100" dirty="0">
                <a:latin typeface="Consolas" panose="020B0609020204030204" pitchFamily="49" charset="0"/>
                <a:cs typeface="Consolas" panose="020B0609020204030204" pitchFamily="49" charset="0"/>
              </a:rPr>
              <a:t>(1,0);</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turtle= new </a:t>
            </a:r>
            <a:r>
              <a:rPr lang="en-GB" sz="1100" dirty="0" err="1">
                <a:latin typeface="Consolas" panose="020B0609020204030204" pitchFamily="49" charset="0"/>
                <a:cs typeface="Consolas" panose="020B0609020204030204" pitchFamily="49" charset="0"/>
              </a:rPr>
              <a:t>PVector</a:t>
            </a:r>
            <a:r>
              <a:rPr lang="en-GB" sz="1100" dirty="0">
                <a:latin typeface="Consolas" panose="020B0609020204030204" pitchFamily="49" charset="0"/>
                <a:cs typeface="Consolas" panose="020B0609020204030204" pitchFamily="49" charset="0"/>
              </a:rPr>
              <a:t>(400,400);</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a:t>
            </a:r>
          </a:p>
          <a:p>
            <a:pPr marL="0" indent="0">
              <a:lnSpc>
                <a:spcPct val="120000"/>
              </a:lnSpc>
              <a:spcBef>
                <a:spcPts val="100"/>
              </a:spcBef>
              <a:buNone/>
            </a:pPr>
            <a:endParaRPr lang="en-GB" sz="600" dirty="0">
              <a:latin typeface="Consolas" panose="020B0609020204030204" pitchFamily="49" charset="0"/>
              <a:cs typeface="Consolas" panose="020B0609020204030204" pitchFamily="49" charset="0"/>
            </a:endParaRP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void draw(){</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ellipse(turtle.x,turtle.y,10,10);</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r>
              <a:rPr lang="en-GB" sz="1100" dirty="0" err="1">
                <a:latin typeface="Consolas" panose="020B0609020204030204" pitchFamily="49" charset="0"/>
                <a:cs typeface="Consolas" panose="020B0609020204030204" pitchFamily="49" charset="0"/>
              </a:rPr>
              <a:t>turtle.add</a:t>
            </a:r>
            <a:r>
              <a:rPr lang="en-GB" sz="1100" dirty="0">
                <a:latin typeface="Consolas" panose="020B0609020204030204" pitchFamily="49" charset="0"/>
                <a:cs typeface="Consolas" panose="020B0609020204030204" pitchFamily="49" charset="0"/>
              </a:rPr>
              <a:t>(heading);</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a:t>
            </a:r>
          </a:p>
          <a:p>
            <a:pPr marL="0" indent="0">
              <a:lnSpc>
                <a:spcPct val="120000"/>
              </a:lnSpc>
              <a:spcBef>
                <a:spcPts val="100"/>
              </a:spcBef>
              <a:buNone/>
            </a:pPr>
            <a:endParaRPr lang="en-GB" sz="600" dirty="0">
              <a:latin typeface="Consolas" panose="020B0609020204030204" pitchFamily="49" charset="0"/>
              <a:cs typeface="Consolas" panose="020B0609020204030204" pitchFamily="49" charset="0"/>
            </a:endParaRP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void </a:t>
            </a:r>
            <a:r>
              <a:rPr lang="en-GB" sz="1100" dirty="0" err="1">
                <a:latin typeface="Consolas" panose="020B0609020204030204" pitchFamily="49" charset="0"/>
                <a:cs typeface="Consolas" panose="020B0609020204030204" pitchFamily="49" charset="0"/>
              </a:rPr>
              <a:t>serialEvent</a:t>
            </a:r>
            <a:r>
              <a:rPr lang="en-GB" sz="1100" dirty="0">
                <a:latin typeface="Consolas" panose="020B0609020204030204" pitchFamily="49" charset="0"/>
                <a:cs typeface="Consolas" panose="020B0609020204030204" pitchFamily="49" charset="0"/>
              </a:rPr>
              <a:t>(Serial </a:t>
            </a:r>
            <a:r>
              <a:rPr lang="en-GB" sz="1100" dirty="0" err="1">
                <a:latin typeface="Consolas" panose="020B0609020204030204" pitchFamily="49" charset="0"/>
                <a:cs typeface="Consolas" panose="020B0609020204030204" pitchFamily="49" charset="0"/>
              </a:rPr>
              <a:t>myPort</a:t>
            </a:r>
            <a:r>
              <a:rPr lang="en-GB" sz="1100" dirty="0">
                <a:latin typeface="Consolas" panose="020B0609020204030204" pitchFamily="49" charset="0"/>
                <a:cs typeface="Consolas" panose="020B0609020204030204" pitchFamily="49" charset="0"/>
              </a:rPr>
              <a:t>)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try{</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r>
              <a:rPr lang="en-GB" sz="1100" dirty="0" err="1">
                <a:latin typeface="Consolas" panose="020B0609020204030204" pitchFamily="49" charset="0"/>
                <a:cs typeface="Consolas" panose="020B0609020204030204" pitchFamily="49" charset="0"/>
              </a:rPr>
              <a:t>val</a:t>
            </a:r>
            <a:r>
              <a:rPr lang="en-GB" sz="1100" dirty="0">
                <a:latin typeface="Consolas" panose="020B0609020204030204" pitchFamily="49" charset="0"/>
                <a:cs typeface="Consolas" panose="020B0609020204030204" pitchFamily="49" charset="0"/>
              </a:rPr>
              <a:t> = </a:t>
            </a:r>
            <a:r>
              <a:rPr lang="en-GB" sz="1100" dirty="0" err="1">
                <a:latin typeface="Consolas" panose="020B0609020204030204" pitchFamily="49" charset="0"/>
                <a:cs typeface="Consolas" panose="020B0609020204030204" pitchFamily="49" charset="0"/>
              </a:rPr>
              <a:t>myPort.readStringUntil</a:t>
            </a:r>
            <a:r>
              <a:rPr lang="en-GB" sz="1100" dirty="0">
                <a:latin typeface="Consolas" panose="020B0609020204030204" pitchFamily="49" charset="0"/>
                <a:cs typeface="Consolas" panose="020B0609020204030204" pitchFamily="49" charset="0"/>
              </a:rPr>
              <a:t>('\n');</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String SP=trim(</a:t>
            </a:r>
            <a:r>
              <a:rPr lang="en-GB" sz="1100" dirty="0" err="1">
                <a:latin typeface="Consolas" panose="020B0609020204030204" pitchFamily="49" charset="0"/>
                <a:cs typeface="Consolas" panose="020B0609020204030204" pitchFamily="49" charset="0"/>
              </a:rPr>
              <a:t>val</a:t>
            </a:r>
            <a:r>
              <a:rPr lang="en-GB" sz="1100" dirty="0">
                <a:latin typeface="Consolas" panose="020B0609020204030204" pitchFamily="49" charset="0"/>
                <a:cs typeface="Consolas" panose="020B0609020204030204" pitchFamily="49" charset="0"/>
              </a:rPr>
              <a:t>);</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if (SP!=null)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if (</a:t>
            </a:r>
            <a:r>
              <a:rPr lang="en-GB" sz="1100" dirty="0" err="1">
                <a:latin typeface="Consolas" panose="020B0609020204030204" pitchFamily="49" charset="0"/>
                <a:cs typeface="Consolas" panose="020B0609020204030204" pitchFamily="49" charset="0"/>
              </a:rPr>
              <a:t>SP.equals</a:t>
            </a:r>
            <a:r>
              <a:rPr lang="en-GB" sz="1100" dirty="0">
                <a:latin typeface="Consolas" panose="020B0609020204030204" pitchFamily="49" charset="0"/>
                <a:cs typeface="Consolas" panose="020B0609020204030204" pitchFamily="49" charset="0"/>
              </a:rPr>
              <a:t>("R")) </a:t>
            </a:r>
            <a:r>
              <a:rPr lang="en-GB" sz="1100" dirty="0" err="1">
                <a:latin typeface="Consolas" panose="020B0609020204030204" pitchFamily="49" charset="0"/>
                <a:cs typeface="Consolas" panose="020B0609020204030204" pitchFamily="49" charset="0"/>
              </a:rPr>
              <a:t>heading.rotate</a:t>
            </a:r>
            <a:r>
              <a:rPr lang="en-GB" sz="1100" dirty="0">
                <a:latin typeface="Consolas" panose="020B0609020204030204" pitchFamily="49" charset="0"/>
                <a:cs typeface="Consolas" panose="020B0609020204030204" pitchFamily="49" charset="0"/>
              </a:rPr>
              <a:t>(radians(10));</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if (</a:t>
            </a:r>
            <a:r>
              <a:rPr lang="en-GB" sz="1100" dirty="0" err="1">
                <a:latin typeface="Consolas" panose="020B0609020204030204" pitchFamily="49" charset="0"/>
                <a:cs typeface="Consolas" panose="020B0609020204030204" pitchFamily="49" charset="0"/>
              </a:rPr>
              <a:t>SP.equals</a:t>
            </a:r>
            <a:r>
              <a:rPr lang="en-GB" sz="1100" dirty="0">
                <a:latin typeface="Consolas" panose="020B0609020204030204" pitchFamily="49" charset="0"/>
                <a:cs typeface="Consolas" panose="020B0609020204030204" pitchFamily="49" charset="0"/>
              </a:rPr>
              <a:t>("L")) </a:t>
            </a:r>
            <a:r>
              <a:rPr lang="en-GB" sz="1100" dirty="0" err="1">
                <a:latin typeface="Consolas" panose="020B0609020204030204" pitchFamily="49" charset="0"/>
                <a:cs typeface="Consolas" panose="020B0609020204030204" pitchFamily="49" charset="0"/>
              </a:rPr>
              <a:t>heading.rotate</a:t>
            </a:r>
            <a:r>
              <a:rPr lang="en-GB" sz="1100" dirty="0">
                <a:latin typeface="Consolas" panose="020B0609020204030204" pitchFamily="49" charset="0"/>
                <a:cs typeface="Consolas" panose="020B0609020204030204" pitchFamily="49" charset="0"/>
              </a:rPr>
              <a:t>(radians(-10));</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if (</a:t>
            </a:r>
            <a:r>
              <a:rPr lang="en-GB" sz="1100" dirty="0" err="1">
                <a:latin typeface="Consolas" panose="020B0609020204030204" pitchFamily="49" charset="0"/>
                <a:cs typeface="Consolas" panose="020B0609020204030204" pitchFamily="49" charset="0"/>
              </a:rPr>
              <a:t>SP.equals</a:t>
            </a:r>
            <a:r>
              <a:rPr lang="en-GB" sz="1100" dirty="0">
                <a:latin typeface="Consolas" panose="020B0609020204030204" pitchFamily="49" charset="0"/>
                <a:cs typeface="Consolas" panose="020B0609020204030204" pitchFamily="49" charset="0"/>
              </a:rPr>
              <a:t>("X")) exit();</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 catch (Exception e)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r>
              <a:rPr lang="en-GB" sz="1100" dirty="0" err="1">
                <a:latin typeface="Consolas" panose="020B0609020204030204" pitchFamily="49" charset="0"/>
                <a:cs typeface="Consolas" panose="020B0609020204030204" pitchFamily="49" charset="0"/>
              </a:rPr>
              <a:t>e.printStackTrace</a:t>
            </a:r>
            <a:r>
              <a:rPr lang="en-GB" sz="1100" dirty="0">
                <a:latin typeface="Consolas" panose="020B0609020204030204" pitchFamily="49" charset="0"/>
                <a:cs typeface="Consolas" panose="020B0609020204030204" pitchFamily="49" charset="0"/>
              </a:rPr>
              <a:t>();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  }</a:t>
            </a:r>
          </a:p>
          <a:p>
            <a:pPr marL="0" indent="0">
              <a:lnSpc>
                <a:spcPct val="120000"/>
              </a:lnSpc>
              <a:spcBef>
                <a:spcPts val="100"/>
              </a:spcBef>
              <a:buNone/>
            </a:pPr>
            <a:r>
              <a:rPr lang="en-GB" sz="1100" dirty="0">
                <a:latin typeface="Consolas" panose="020B0609020204030204" pitchFamily="49" charset="0"/>
                <a:cs typeface="Consolas" panose="020B0609020204030204" pitchFamily="49" charset="0"/>
              </a:rPr>
              <a:t>}</a:t>
            </a:r>
            <a:endParaRPr lang="en-PT" sz="1100" dirty="0">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C8B3A9DA-4ABF-FF40-F507-C40B566252F4}"/>
              </a:ext>
            </a:extLst>
          </p:cNvPr>
          <p:cNvSpPr txBox="1"/>
          <p:nvPr/>
        </p:nvSpPr>
        <p:spPr>
          <a:xfrm>
            <a:off x="397566" y="2890392"/>
            <a:ext cx="2126975" cy="1077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3200" b="0" i="0" u="none" strike="noStrike" kern="0" cap="none" spc="0" normalizeH="0" baseline="0" noProof="0" dirty="0" err="1">
                <a:ln>
                  <a:noFill/>
                </a:ln>
                <a:solidFill>
                  <a:srgbClr val="000000"/>
                </a:solidFill>
                <a:effectLst/>
                <a:uLnTx/>
                <a:uFillTx/>
                <a:latin typeface="Corbel"/>
                <a:ea typeface="+mj-ea"/>
                <a:cs typeface="+mj-cs"/>
                <a:sym typeface="Corbel"/>
              </a:rPr>
              <a:t>Processing</a:t>
            </a:r>
            <a:endParaRPr kumimoji="0" lang="pt-PT" sz="3200" b="0" i="0" u="none" strike="noStrike" kern="0" cap="none" spc="0" normalizeH="0" baseline="0" noProof="0" dirty="0">
              <a:ln>
                <a:noFill/>
              </a:ln>
              <a:solidFill>
                <a:srgbClr val="000000"/>
              </a:solidFill>
              <a:effectLst/>
              <a:uLnTx/>
              <a:uFillTx/>
              <a:latin typeface="Corbel"/>
              <a:ea typeface="+mj-ea"/>
              <a:cs typeface="+mj-cs"/>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3200" b="0" i="0" u="none" strike="noStrike" kern="0" cap="none" spc="0" normalizeH="0" baseline="0" noProof="0" dirty="0" err="1">
                <a:ln>
                  <a:noFill/>
                </a:ln>
                <a:solidFill>
                  <a:srgbClr val="000000"/>
                </a:solidFill>
                <a:effectLst/>
                <a:uLnTx/>
                <a:uFillTx/>
                <a:latin typeface="Corbel"/>
                <a:sym typeface="Corbel"/>
              </a:rPr>
              <a:t>solution</a:t>
            </a:r>
            <a:endParaRPr kumimoji="0" lang="en-PT" sz="3200" b="0" i="0" u="none" strike="noStrike" kern="0" cap="none" spc="0" normalizeH="0" baseline="0" noProof="0" dirty="0">
              <a:ln>
                <a:noFill/>
              </a:ln>
              <a:solidFill>
                <a:srgbClr val="000000"/>
              </a:solidFill>
              <a:effectLst/>
              <a:uLnTx/>
              <a:uFillTx/>
              <a:latin typeface="Corbel"/>
              <a:ea typeface="+mj-ea"/>
              <a:cs typeface="+mj-cs"/>
              <a:sym typeface="Corbel"/>
            </a:endParaRPr>
          </a:p>
        </p:txBody>
      </p:sp>
    </p:spTree>
    <p:extLst>
      <p:ext uri="{BB962C8B-B14F-4D97-AF65-F5344CB8AC3E}">
        <p14:creationId xmlns:p14="http://schemas.microsoft.com/office/powerpoint/2010/main" val="76416972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2FBEC-2B07-B1FD-8B31-AAE9264A8C57}"/>
            </a:ext>
          </a:extLst>
        </p:cNvPr>
        <p:cNvGrpSpPr/>
        <p:nvPr/>
      </p:nvGrpSpPr>
      <p:grpSpPr>
        <a:xfrm>
          <a:off x="0" y="0"/>
          <a:ext cx="0" cy="0"/>
          <a:chOff x="0" y="0"/>
          <a:chExt cx="0" cy="0"/>
        </a:xfrm>
      </p:grpSpPr>
      <p:sp>
        <p:nvSpPr>
          <p:cNvPr id="458" name="Title 1">
            <a:extLst>
              <a:ext uri="{FF2B5EF4-FFF2-40B4-BE49-F238E27FC236}">
                <a16:creationId xmlns:a16="http://schemas.microsoft.com/office/drawing/2014/main" id="{6F4F0D7D-3FB5-AEBE-3F63-5B554EAC94B5}"/>
              </a:ext>
            </a:extLst>
          </p:cNvPr>
          <p:cNvSpPr txBox="1">
            <a:spLocks noGrp="1"/>
          </p:cNvSpPr>
          <p:nvPr>
            <p:ph type="title"/>
          </p:nvPr>
        </p:nvSpPr>
        <p:spPr>
          <a:xfrm>
            <a:off x="1510410" y="2273300"/>
            <a:ext cx="5923124" cy="2204740"/>
          </a:xfrm>
          <a:prstGeom prst="rect">
            <a:avLst/>
          </a:prstGeom>
        </p:spPr>
        <p:txBody>
          <a:bodyPr anchor="ctr">
            <a:normAutofit/>
          </a:bodyPr>
          <a:lstStyle>
            <a:lvl1pPr>
              <a:lnSpc>
                <a:spcPct val="100000"/>
              </a:lnSpc>
              <a:defRPr>
                <a:solidFill>
                  <a:schemeClr val="accent1">
                    <a:satOff val="-43001"/>
                    <a:lumOff val="-13372"/>
                  </a:schemeClr>
                </a:solidFill>
                <a:latin typeface="Consolas"/>
                <a:ea typeface="Consolas"/>
                <a:cs typeface="Consolas"/>
                <a:sym typeface="Consolas"/>
              </a:defRPr>
            </a:lvl1pPr>
          </a:lstStyle>
          <a:p>
            <a:r>
              <a:rPr lang="pt-PT" dirty="0"/>
              <a:t>A more </a:t>
            </a:r>
            <a:r>
              <a:rPr lang="pt-PT" dirty="0" err="1"/>
              <a:t>elegant</a:t>
            </a:r>
            <a:r>
              <a:rPr lang="pt-PT" dirty="0"/>
              <a:t> </a:t>
            </a:r>
            <a:r>
              <a:rPr lang="pt-PT" dirty="0" err="1"/>
              <a:t>solution</a:t>
            </a:r>
            <a:r>
              <a:rPr lang="pt-PT" dirty="0"/>
              <a:t> for </a:t>
            </a:r>
            <a:r>
              <a:rPr lang="pt-PT" dirty="0" err="1"/>
              <a:t>the</a:t>
            </a:r>
            <a:r>
              <a:rPr lang="pt-PT" dirty="0"/>
              <a:t> </a:t>
            </a:r>
            <a:r>
              <a:rPr lang="pt-PT" dirty="0" err="1"/>
              <a:t>first</a:t>
            </a:r>
            <a:r>
              <a:rPr lang="pt-PT" dirty="0"/>
              <a:t> </a:t>
            </a:r>
            <a:r>
              <a:rPr lang="pt-PT" dirty="0" err="1"/>
              <a:t>class</a:t>
            </a:r>
            <a:r>
              <a:rPr lang="pt-PT" dirty="0"/>
              <a:t> </a:t>
            </a:r>
            <a:r>
              <a:rPr lang="pt-PT" dirty="0" err="1"/>
              <a:t>challenge</a:t>
            </a:r>
            <a:endParaRPr dirty="0"/>
          </a:p>
        </p:txBody>
      </p:sp>
      <p:sp>
        <p:nvSpPr>
          <p:cNvPr id="459" name="Text">
            <a:extLst>
              <a:ext uri="{FF2B5EF4-FFF2-40B4-BE49-F238E27FC236}">
                <a16:creationId xmlns:a16="http://schemas.microsoft.com/office/drawing/2014/main" id="{59AC8A5B-B674-E76E-E96D-69F69AA71461}"/>
              </a:ext>
            </a:extLst>
          </p:cNvPr>
          <p:cNvSpPr txBox="1"/>
          <p:nvPr/>
        </p:nvSpPr>
        <p:spPr>
          <a:xfrm>
            <a:off x="8511502" y="278087"/>
            <a:ext cx="301731"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defTabSz="584200">
              <a:defRPr sz="1500" b="1">
                <a:solidFill>
                  <a:schemeClr val="accent1"/>
                </a:solidFill>
              </a:defRPr>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500" b="1" i="0" u="none" strike="noStrike" kern="0" cap="none" spc="0" normalizeH="0" baseline="0" noProof="0">
                <a:ln>
                  <a:noFill/>
                </a:ln>
                <a:solidFill>
                  <a:srgbClr val="56C5FF"/>
                </a:solidFill>
                <a:effectLst/>
                <a:uLnTx/>
                <a:uFillTx/>
                <a:latin typeface="Corbel"/>
                <a:sym typeface="Corbel"/>
              </a:rPr>
              <a:pPr marL="0" marR="0" lvl="0" indent="0" algn="ctr" defTabSz="584200" rtl="0" eaLnBrk="1" fontAlgn="auto" latinLnBrk="0" hangingPunct="0">
                <a:lnSpc>
                  <a:spcPct val="100000"/>
                </a:lnSpc>
                <a:spcBef>
                  <a:spcPts val="0"/>
                </a:spcBef>
                <a:spcAft>
                  <a:spcPts val="0"/>
                </a:spcAft>
                <a:buClrTx/>
                <a:buSzTx/>
                <a:buFontTx/>
                <a:buNone/>
                <a:tabLst/>
                <a:defRPr/>
              </a:pPr>
              <a:t>9</a:t>
            </a:fld>
            <a:endParaRPr kumimoji="0" sz="1500" b="1" i="0" u="none" strike="noStrike" kern="0" cap="none" spc="0" normalizeH="0" baseline="0" noProof="0">
              <a:ln>
                <a:noFill/>
              </a:ln>
              <a:solidFill>
                <a:srgbClr val="56C5FF"/>
              </a:solidFill>
              <a:effectLst/>
              <a:uLnTx/>
              <a:uFillTx/>
              <a:latin typeface="Corbel"/>
              <a:sym typeface="Corbel"/>
            </a:endParaRPr>
          </a:p>
        </p:txBody>
      </p:sp>
    </p:spTree>
    <p:extLst>
      <p:ext uri="{BB962C8B-B14F-4D97-AF65-F5344CB8AC3E}">
        <p14:creationId xmlns:p14="http://schemas.microsoft.com/office/powerpoint/2010/main" val="253559748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Text"/>
          <p:cNvSpPr txBox="1"/>
          <p:nvPr/>
        </p:nvSpPr>
        <p:spPr>
          <a:xfrm>
            <a:off x="8511409" y="278087"/>
            <a:ext cx="301917" cy="3302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spAutoFit/>
          </a:bodyPr>
          <a:lstStyle>
            <a:lvl1pPr algn="ctr" defTabSz="584200">
              <a:defRPr sz="1500" b="1"/>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500" b="1" i="0" u="none" strike="noStrike" kern="0" cap="none" spc="0" normalizeH="0" baseline="0" noProof="0">
                <a:ln>
                  <a:noFill/>
                </a:ln>
                <a:solidFill>
                  <a:srgbClr val="000000"/>
                </a:solidFill>
                <a:effectLst/>
                <a:uLnTx/>
                <a:uFillTx/>
                <a:latin typeface="Corbel"/>
                <a:sym typeface="Corbel"/>
              </a:rPr>
              <a:pPr marL="0" marR="0" lvl="0" indent="0" algn="ctr" defTabSz="584200" rtl="0" eaLnBrk="1" fontAlgn="auto" latinLnBrk="0" hangingPunct="0">
                <a:lnSpc>
                  <a:spcPct val="100000"/>
                </a:lnSpc>
                <a:spcBef>
                  <a:spcPts val="0"/>
                </a:spcBef>
                <a:spcAft>
                  <a:spcPts val="0"/>
                </a:spcAft>
                <a:buClrTx/>
                <a:buSzTx/>
                <a:buFontTx/>
                <a:buNone/>
                <a:tabLst/>
                <a:defRPr/>
              </a:pPr>
              <a:t>10</a:t>
            </a:fld>
            <a:endParaRPr kumimoji="0" sz="1500" b="1" i="0" u="none" strike="noStrike" kern="0" cap="none" spc="0" normalizeH="0" baseline="0" noProof="0">
              <a:ln>
                <a:noFill/>
              </a:ln>
              <a:solidFill>
                <a:srgbClr val="000000"/>
              </a:solidFill>
              <a:effectLst/>
              <a:uLnTx/>
              <a:uFillTx/>
              <a:latin typeface="Corbel"/>
              <a:sym typeface="Corbel"/>
            </a:endParaRPr>
          </a:p>
        </p:txBody>
      </p:sp>
      <p:sp>
        <p:nvSpPr>
          <p:cNvPr id="438" name="import turtle…"/>
          <p:cNvSpPr txBox="1"/>
          <p:nvPr/>
        </p:nvSpPr>
        <p:spPr>
          <a:xfrm>
            <a:off x="1389971" y="1445037"/>
            <a:ext cx="7272396" cy="29367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endParaRPr kumimoji="0" lang="en-GB" sz="1100" b="0" i="0" u="none" strike="noStrike" kern="0" cap="none" spc="0" normalizeH="0" baseline="0" noProof="0" dirty="0">
              <a:ln>
                <a:noFill/>
              </a:ln>
              <a:solidFill>
                <a:srgbClr val="000000"/>
              </a:solidFill>
              <a:effectLst/>
              <a:uLnTx/>
              <a:uFillTx/>
              <a:latin typeface="Consolas"/>
              <a:cs typeface="Consolas"/>
              <a:sym typeface="Consolas"/>
            </a:endParaRPr>
          </a:p>
        </p:txBody>
      </p:sp>
      <p:sp>
        <p:nvSpPr>
          <p:cNvPr id="3" name="TextBox 2">
            <a:extLst>
              <a:ext uri="{FF2B5EF4-FFF2-40B4-BE49-F238E27FC236}">
                <a16:creationId xmlns:a16="http://schemas.microsoft.com/office/drawing/2014/main" id="{A6F2BD71-1861-01A8-75CB-5337100BFD6D}"/>
              </a:ext>
            </a:extLst>
          </p:cNvPr>
          <p:cNvSpPr txBox="1"/>
          <p:nvPr/>
        </p:nvSpPr>
        <p:spPr>
          <a:xfrm>
            <a:off x="4561179" y="201737"/>
            <a:ext cx="4572000" cy="64940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err="1">
                <a:ln>
                  <a:noFill/>
                </a:ln>
                <a:solidFill>
                  <a:srgbClr val="000000"/>
                </a:solidFill>
                <a:effectLst/>
                <a:uLnTx/>
                <a:uFillTx/>
                <a:latin typeface="Corbel"/>
                <a:sym typeface="Corbel"/>
              </a:rPr>
              <a:t>import</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processing.serial</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pt-PT" sz="1300" b="0" i="0" u="none" strike="noStrike" kern="0" cap="none" spc="0" normalizeH="0" baseline="0" noProof="0" dirty="0">
              <a:ln>
                <a:noFill/>
              </a:ln>
              <a:solidFill>
                <a:srgbClr val="000000"/>
              </a:solidFill>
              <a:effectLst/>
              <a:uLnTx/>
              <a:uFillTx/>
              <a:latin typeface="Corbel"/>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err="1">
                <a:ln>
                  <a:noFill/>
                </a:ln>
                <a:solidFill>
                  <a:srgbClr val="000000"/>
                </a:solidFill>
                <a:effectLst/>
                <a:uLnTx/>
                <a:uFillTx/>
                <a:latin typeface="Corbel"/>
                <a:sym typeface="Corbel"/>
              </a:rPr>
              <a:t>ball</a:t>
            </a:r>
            <a:r>
              <a:rPr kumimoji="0" lang="pt-PT" sz="1300" b="0" i="0" u="none" strike="noStrike" kern="0" cap="none" spc="0" normalizeH="0" baseline="0" noProof="0" dirty="0">
                <a:ln>
                  <a:noFill/>
                </a:ln>
                <a:solidFill>
                  <a:srgbClr val="000000"/>
                </a:solidFill>
                <a:effectLst/>
                <a:uLnTx/>
                <a:uFillTx/>
                <a:latin typeface="Corbel"/>
                <a:sym typeface="Corbel"/>
              </a:rPr>
              <a:t> b;</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Serial </a:t>
            </a:r>
            <a:r>
              <a:rPr kumimoji="0" lang="pt-PT" sz="1300" b="0" i="0" u="none" strike="noStrike" kern="0" cap="none" spc="0" normalizeH="0" baseline="0" noProof="0" dirty="0" err="1">
                <a:ln>
                  <a:noFill/>
                </a:ln>
                <a:solidFill>
                  <a:srgbClr val="000000"/>
                </a:solidFill>
                <a:effectLst/>
                <a:uLnTx/>
                <a:uFillTx/>
                <a:latin typeface="Corbel"/>
                <a:sym typeface="Corbel"/>
              </a:rPr>
              <a:t>myPort</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pt-PT" sz="1300" b="0" i="0" u="none" strike="noStrike" kern="0" cap="none" spc="0" normalizeH="0" baseline="0" noProof="0" dirty="0">
              <a:ln>
                <a:noFill/>
              </a:ln>
              <a:solidFill>
                <a:srgbClr val="000000"/>
              </a:solidFill>
              <a:effectLst/>
              <a:uLnTx/>
              <a:uFillTx/>
              <a:latin typeface="Corbel"/>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err="1">
                <a:ln>
                  <a:noFill/>
                </a:ln>
                <a:solidFill>
                  <a:srgbClr val="000000"/>
                </a:solidFill>
                <a:effectLst/>
                <a:uLnTx/>
                <a:uFillTx/>
                <a:latin typeface="Corbel"/>
                <a:sym typeface="Corbel"/>
              </a:rPr>
              <a:t>void</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setup</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size</a:t>
            </a:r>
            <a:r>
              <a:rPr kumimoji="0" lang="pt-PT" sz="1300" b="0" i="0" u="none" strike="noStrike" kern="0" cap="none" spc="0" normalizeH="0" baseline="0" noProof="0" dirty="0">
                <a:ln>
                  <a:noFill/>
                </a:ln>
                <a:solidFill>
                  <a:srgbClr val="000000"/>
                </a:solidFill>
                <a:effectLst/>
                <a:uLnTx/>
                <a:uFillTx/>
                <a:latin typeface="Corbel"/>
                <a:sym typeface="Corbel"/>
              </a:rPr>
              <a:t>(1024,1024);</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String</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portName</a:t>
            </a:r>
            <a:r>
              <a:rPr kumimoji="0" lang="pt-PT" sz="1300" b="0" i="0" u="none" strike="noStrike" kern="0" cap="none" spc="0" normalizeH="0" baseline="0" noProof="0" dirty="0">
                <a:ln>
                  <a:noFill/>
                </a:ln>
                <a:solidFill>
                  <a:srgbClr val="000000"/>
                </a:solidFill>
                <a:effectLst/>
                <a:uLnTx/>
                <a:uFillTx/>
                <a:latin typeface="Corbel"/>
                <a:sym typeface="Corbel"/>
              </a:rPr>
              <a:t> = </a:t>
            </a:r>
            <a:r>
              <a:rPr kumimoji="0" lang="pt-PT" sz="1300" b="0" i="0" u="none" strike="noStrike" kern="0" cap="none" spc="0" normalizeH="0" baseline="0" noProof="0" dirty="0" err="1">
                <a:ln>
                  <a:noFill/>
                </a:ln>
                <a:solidFill>
                  <a:srgbClr val="000000"/>
                </a:solidFill>
                <a:effectLst/>
                <a:uLnTx/>
                <a:uFillTx/>
                <a:latin typeface="Corbel"/>
                <a:sym typeface="Corbel"/>
              </a:rPr>
              <a:t>Serial.list</a:t>
            </a:r>
            <a:r>
              <a:rPr kumimoji="0" lang="pt-PT" sz="1300" b="0" i="0" u="none" strike="noStrike" kern="0" cap="none" spc="0" normalizeH="0" baseline="0" noProof="0" dirty="0">
                <a:ln>
                  <a:noFill/>
                </a:ln>
                <a:solidFill>
                  <a:srgbClr val="000000"/>
                </a:solidFill>
                <a:effectLst/>
                <a:uLnTx/>
                <a:uFillTx/>
                <a:latin typeface="Corbel"/>
                <a:sym typeface="Corbel"/>
              </a:rPr>
              <a:t>()[1];</a:t>
            </a:r>
            <a:r>
              <a:rPr kumimoji="0" lang="pt-PT" sz="1300" b="1" i="0" u="none" strike="noStrike" kern="0" cap="none" spc="0" normalizeH="0" baseline="0" noProof="0" dirty="0">
                <a:ln>
                  <a:noFill/>
                </a:ln>
                <a:solidFill>
                  <a:srgbClr val="FFFFFF">
                    <a:lumMod val="65000"/>
                  </a:srgbClr>
                </a:solidFill>
                <a:effectLst/>
                <a:uLnTx/>
                <a:uFillTx/>
                <a:latin typeface="Corbel"/>
                <a:sym typeface="Corbel"/>
              </a:rPr>
              <a:t> //</a:t>
            </a:r>
            <a:r>
              <a:rPr kumimoji="0" lang="pt-PT" sz="1300" b="1" i="0" u="none" strike="noStrike" kern="0" cap="none" spc="0" normalizeH="0" baseline="0" noProof="0" dirty="0" err="1">
                <a:ln>
                  <a:noFill/>
                </a:ln>
                <a:solidFill>
                  <a:srgbClr val="FFFFFF">
                    <a:lumMod val="65000"/>
                  </a:srgbClr>
                </a:solidFill>
                <a:effectLst/>
                <a:uLnTx/>
                <a:uFillTx/>
                <a:latin typeface="Corbel"/>
                <a:sym typeface="Corbel"/>
              </a:rPr>
              <a:t>choose</a:t>
            </a:r>
            <a:r>
              <a:rPr kumimoji="0" lang="pt-PT" sz="1300" b="1" i="0" u="none" strike="noStrike" kern="0" cap="none" spc="0" normalizeH="0" baseline="0" noProof="0" dirty="0">
                <a:ln>
                  <a:noFill/>
                </a:ln>
                <a:solidFill>
                  <a:srgbClr val="FFFFFF">
                    <a:lumMod val="65000"/>
                  </a:srgbClr>
                </a:solidFill>
                <a:effectLst/>
                <a:uLnTx/>
                <a:uFillTx/>
                <a:latin typeface="Corbel"/>
                <a:sym typeface="Corbel"/>
              </a:rPr>
              <a:t> </a:t>
            </a:r>
            <a:r>
              <a:rPr kumimoji="0" lang="pt-PT" sz="1300" b="1" i="0" u="none" strike="noStrike" kern="0" cap="none" spc="0" normalizeH="0" baseline="0" noProof="0" dirty="0" err="1">
                <a:ln>
                  <a:noFill/>
                </a:ln>
                <a:solidFill>
                  <a:srgbClr val="FFFFFF">
                    <a:lumMod val="65000"/>
                  </a:srgbClr>
                </a:solidFill>
                <a:effectLst/>
                <a:uLnTx/>
                <a:uFillTx/>
                <a:latin typeface="Corbel"/>
                <a:sym typeface="Corbel"/>
              </a:rPr>
              <a:t>the</a:t>
            </a:r>
            <a:r>
              <a:rPr kumimoji="0" lang="pt-PT" sz="1300" b="1" i="0" u="none" strike="noStrike" kern="0" cap="none" spc="0" normalizeH="0" baseline="0" noProof="0" dirty="0">
                <a:ln>
                  <a:noFill/>
                </a:ln>
                <a:solidFill>
                  <a:srgbClr val="FFFFFF">
                    <a:lumMod val="65000"/>
                  </a:srgbClr>
                </a:solidFill>
                <a:effectLst/>
                <a:uLnTx/>
                <a:uFillTx/>
                <a:latin typeface="Corbel"/>
                <a:sym typeface="Corbel"/>
              </a:rPr>
              <a:t> </a:t>
            </a:r>
            <a:r>
              <a:rPr kumimoji="0" lang="pt-PT" sz="1300" b="1" i="0" u="none" strike="noStrike" kern="0" cap="none" spc="0" normalizeH="0" baseline="0" noProof="0" dirty="0" err="1">
                <a:ln>
                  <a:noFill/>
                </a:ln>
                <a:solidFill>
                  <a:srgbClr val="FFFFFF">
                    <a:lumMod val="65000"/>
                  </a:srgbClr>
                </a:solidFill>
                <a:effectLst/>
                <a:uLnTx/>
                <a:uFillTx/>
                <a:latin typeface="Corbel"/>
                <a:sym typeface="Corbel"/>
              </a:rPr>
              <a:t>right</a:t>
            </a:r>
            <a:r>
              <a:rPr kumimoji="0" lang="pt-PT" sz="1300" b="1" i="0" u="none" strike="noStrike" kern="0" cap="none" spc="0" normalizeH="0" baseline="0" noProof="0" dirty="0">
                <a:ln>
                  <a:noFill/>
                </a:ln>
                <a:solidFill>
                  <a:srgbClr val="FFFFFF">
                    <a:lumMod val="65000"/>
                  </a:srgbClr>
                </a:solidFill>
                <a:effectLst/>
                <a:uLnTx/>
                <a:uFillTx/>
                <a:latin typeface="Corbel"/>
                <a:sym typeface="Corbel"/>
              </a:rPr>
              <a:t> serial </a:t>
            </a:r>
            <a:r>
              <a:rPr kumimoji="0" lang="pt-PT" sz="1300" b="1" i="0" u="none" strike="noStrike" kern="0" cap="none" spc="0" normalizeH="0" baseline="0" noProof="0" dirty="0" err="1">
                <a:ln>
                  <a:noFill/>
                </a:ln>
                <a:solidFill>
                  <a:srgbClr val="FFFFFF">
                    <a:lumMod val="65000"/>
                  </a:srgbClr>
                </a:solidFill>
                <a:effectLst/>
                <a:uLnTx/>
                <a:uFillTx/>
                <a:latin typeface="Corbel"/>
                <a:sym typeface="Corbel"/>
              </a:rPr>
              <a:t>port</a:t>
            </a:r>
            <a:endParaRPr kumimoji="0" lang="pt-PT" sz="1300" b="1" i="0" u="none" strike="noStrike" kern="0" cap="none" spc="0" normalizeH="0" baseline="0" noProof="0" dirty="0">
              <a:ln>
                <a:noFill/>
              </a:ln>
              <a:solidFill>
                <a:srgbClr val="FFFFFF">
                  <a:lumMod val="65000"/>
                </a:srgbClr>
              </a:solidFill>
              <a:effectLst/>
              <a:uLnTx/>
              <a:uFillTx/>
              <a:latin typeface="Corbel"/>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myPort</a:t>
            </a:r>
            <a:r>
              <a:rPr kumimoji="0" lang="pt-PT" sz="1300" b="0" i="0" u="none" strike="noStrike" kern="0" cap="none" spc="0" normalizeH="0" baseline="0" noProof="0" dirty="0">
                <a:ln>
                  <a:noFill/>
                </a:ln>
                <a:solidFill>
                  <a:srgbClr val="000000"/>
                </a:solidFill>
                <a:effectLst/>
                <a:uLnTx/>
                <a:uFillTx/>
                <a:latin typeface="Corbel"/>
                <a:sym typeface="Corbel"/>
              </a:rPr>
              <a:t> = </a:t>
            </a:r>
            <a:r>
              <a:rPr kumimoji="0" lang="pt-PT" sz="1300" b="0" i="0" u="none" strike="noStrike" kern="0" cap="none" spc="0" normalizeH="0" baseline="0" noProof="0" dirty="0" err="1">
                <a:ln>
                  <a:noFill/>
                </a:ln>
                <a:solidFill>
                  <a:srgbClr val="000000"/>
                </a:solidFill>
                <a:effectLst/>
                <a:uLnTx/>
                <a:uFillTx/>
                <a:latin typeface="Corbel"/>
                <a:sym typeface="Corbel"/>
              </a:rPr>
              <a:t>new</a:t>
            </a:r>
            <a:r>
              <a:rPr kumimoji="0" lang="pt-PT" sz="1300" b="0" i="0" u="none" strike="noStrike" kern="0" cap="none" spc="0" normalizeH="0" baseline="0" noProof="0" dirty="0">
                <a:ln>
                  <a:noFill/>
                </a:ln>
                <a:solidFill>
                  <a:srgbClr val="000000"/>
                </a:solidFill>
                <a:effectLst/>
                <a:uLnTx/>
                <a:uFillTx/>
                <a:latin typeface="Corbel"/>
                <a:sym typeface="Corbel"/>
              </a:rPr>
              <a:t> Serial(</a:t>
            </a:r>
            <a:r>
              <a:rPr kumimoji="0" lang="pt-PT" sz="1300" b="0" i="0" u="none" strike="noStrike" kern="0" cap="none" spc="0" normalizeH="0" baseline="0" noProof="0" dirty="0" err="1">
                <a:ln>
                  <a:noFill/>
                </a:ln>
                <a:solidFill>
                  <a:srgbClr val="000000"/>
                </a:solidFill>
                <a:effectLst/>
                <a:uLnTx/>
                <a:uFillTx/>
                <a:latin typeface="Corbel"/>
                <a:sym typeface="Corbel"/>
              </a:rPr>
              <a:t>this</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portName</a:t>
            </a:r>
            <a:r>
              <a:rPr kumimoji="0" lang="pt-PT" sz="1300" b="0" i="0" u="none" strike="noStrike" kern="0" cap="none" spc="0" normalizeH="0" baseline="0" noProof="0" dirty="0">
                <a:ln>
                  <a:noFill/>
                </a:ln>
                <a:solidFill>
                  <a:srgbClr val="000000"/>
                </a:solidFill>
                <a:effectLst/>
                <a:uLnTx/>
                <a:uFillTx/>
                <a:latin typeface="Corbel"/>
                <a:sym typeface="Corbel"/>
              </a:rPr>
              <a:t>, 9600);</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b=</a:t>
            </a:r>
            <a:r>
              <a:rPr kumimoji="0" lang="pt-PT" sz="1300" b="0" i="0" u="none" strike="noStrike" kern="0" cap="none" spc="0" normalizeH="0" baseline="0" noProof="0" dirty="0" err="1">
                <a:ln>
                  <a:noFill/>
                </a:ln>
                <a:solidFill>
                  <a:srgbClr val="000000"/>
                </a:solidFill>
                <a:effectLst/>
                <a:uLnTx/>
                <a:uFillTx/>
                <a:latin typeface="Corbel"/>
                <a:sym typeface="Corbel"/>
              </a:rPr>
              <a:t>new</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ball</a:t>
            </a:r>
            <a:r>
              <a:rPr kumimoji="0" lang="pt-PT" sz="1300" b="0" i="0" u="none" strike="noStrike" kern="0" cap="none" spc="0" normalizeH="0" baseline="0" noProof="0" dirty="0">
                <a:ln>
                  <a:noFill/>
                </a:ln>
                <a:solidFill>
                  <a:srgbClr val="000000"/>
                </a:solidFill>
                <a:effectLst/>
                <a:uLnTx/>
                <a:uFillTx/>
                <a:latin typeface="Corbel"/>
                <a:sym typeface="Corbel"/>
              </a:rPr>
              <a:t>(</a:t>
            </a:r>
            <a:r>
              <a:rPr kumimoji="0" lang="pt-PT" sz="1300" b="0" i="0" u="none" strike="noStrike" kern="0" cap="none" spc="0" normalizeH="0" baseline="0" noProof="0" dirty="0" err="1">
                <a:ln>
                  <a:noFill/>
                </a:ln>
                <a:solidFill>
                  <a:srgbClr val="000000"/>
                </a:solidFill>
                <a:effectLst/>
                <a:uLnTx/>
                <a:uFillTx/>
                <a:latin typeface="Corbel"/>
                <a:sym typeface="Corbel"/>
              </a:rPr>
              <a:t>width</a:t>
            </a:r>
            <a:r>
              <a:rPr kumimoji="0" lang="pt-PT" sz="1300" b="0" i="0" u="none" strike="noStrike" kern="0" cap="none" spc="0" normalizeH="0" baseline="0" noProof="0" dirty="0">
                <a:ln>
                  <a:noFill/>
                </a:ln>
                <a:solidFill>
                  <a:srgbClr val="000000"/>
                </a:solidFill>
                <a:effectLst/>
                <a:uLnTx/>
                <a:uFillTx/>
                <a:latin typeface="Corbel"/>
                <a:sym typeface="Corbel"/>
              </a:rPr>
              <a:t>/2,height/2,20);</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pt-PT" sz="1300" b="0" i="0" u="none" strike="noStrike" kern="0" cap="none" spc="0" normalizeH="0" baseline="0" noProof="0" dirty="0">
              <a:ln>
                <a:noFill/>
              </a:ln>
              <a:solidFill>
                <a:srgbClr val="000000"/>
              </a:solidFill>
              <a:effectLst/>
              <a:uLnTx/>
              <a:uFillTx/>
              <a:latin typeface="Corbel"/>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err="1">
                <a:ln>
                  <a:noFill/>
                </a:ln>
                <a:solidFill>
                  <a:srgbClr val="000000"/>
                </a:solidFill>
                <a:effectLst/>
                <a:uLnTx/>
                <a:uFillTx/>
                <a:latin typeface="Corbel"/>
                <a:sym typeface="Corbel"/>
              </a:rPr>
              <a:t>void</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draw</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background(255);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b.move</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b.show</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b.collide</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pt-PT" sz="1300" b="0" i="0" u="none" strike="noStrike" kern="0" cap="none" spc="0" normalizeH="0" baseline="0" noProof="0" dirty="0">
              <a:ln>
                <a:noFill/>
              </a:ln>
              <a:solidFill>
                <a:srgbClr val="000000"/>
              </a:solidFill>
              <a:effectLst/>
              <a:uLnTx/>
              <a:uFillTx/>
              <a:latin typeface="Corbel"/>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err="1">
                <a:ln>
                  <a:noFill/>
                </a:ln>
                <a:solidFill>
                  <a:srgbClr val="000000"/>
                </a:solidFill>
                <a:effectLst/>
                <a:uLnTx/>
                <a:uFillTx/>
                <a:latin typeface="Corbel"/>
                <a:sym typeface="Corbel"/>
              </a:rPr>
              <a:t>void</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serialEvent</a:t>
            </a:r>
            <a:r>
              <a:rPr kumimoji="0" lang="pt-PT" sz="1300" b="0" i="0" u="none" strike="noStrike" kern="0" cap="none" spc="0" normalizeH="0" baseline="0" noProof="0" dirty="0">
                <a:ln>
                  <a:noFill/>
                </a:ln>
                <a:solidFill>
                  <a:srgbClr val="000000"/>
                </a:solidFill>
                <a:effectLst/>
                <a:uLnTx/>
                <a:uFillTx/>
                <a:latin typeface="Corbel"/>
                <a:sym typeface="Corbel"/>
              </a:rPr>
              <a:t>(Serial </a:t>
            </a:r>
            <a:r>
              <a:rPr kumimoji="0" lang="pt-PT" sz="1300" b="0" i="0" u="none" strike="noStrike" kern="0" cap="none" spc="0" normalizeH="0" baseline="0" noProof="0" dirty="0" err="1">
                <a:ln>
                  <a:noFill/>
                </a:ln>
                <a:solidFill>
                  <a:srgbClr val="000000"/>
                </a:solidFill>
                <a:effectLst/>
                <a:uLnTx/>
                <a:uFillTx/>
                <a:latin typeface="Corbel"/>
                <a:sym typeface="Corbel"/>
              </a:rPr>
              <a:t>myPort</a:t>
            </a:r>
            <a:r>
              <a:rPr kumimoji="0" lang="pt-PT" sz="13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try</a:t>
            </a:r>
            <a:r>
              <a:rPr kumimoji="0" lang="pt-PT" sz="13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char</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cmd</a:t>
            </a:r>
            <a:r>
              <a:rPr kumimoji="0" lang="pt-PT" sz="1300" b="0" i="0" u="none" strike="noStrike" kern="0" cap="none" spc="0" normalizeH="0" baseline="0" noProof="0" dirty="0">
                <a:ln>
                  <a:noFill/>
                </a:ln>
                <a:solidFill>
                  <a:srgbClr val="000000"/>
                </a:solidFill>
                <a:effectLst/>
                <a:uLnTx/>
                <a:uFillTx/>
                <a:latin typeface="Corbel"/>
                <a:sym typeface="Corbel"/>
              </a:rPr>
              <a:t> = (</a:t>
            </a:r>
            <a:r>
              <a:rPr kumimoji="0" lang="pt-PT" sz="1300" b="0" i="0" u="none" strike="noStrike" kern="0" cap="none" spc="0" normalizeH="0" baseline="0" noProof="0" dirty="0" err="1">
                <a:ln>
                  <a:noFill/>
                </a:ln>
                <a:solidFill>
                  <a:srgbClr val="000000"/>
                </a:solidFill>
                <a:effectLst/>
                <a:uLnTx/>
                <a:uFillTx/>
                <a:latin typeface="Corbel"/>
                <a:sym typeface="Corbel"/>
              </a:rPr>
              <a:t>char</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myPort.read</a:t>
            </a:r>
            <a:r>
              <a:rPr kumimoji="0" lang="pt-PT" sz="13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b.steer</a:t>
            </a:r>
            <a:r>
              <a:rPr kumimoji="0" lang="pt-PT" sz="1300" b="0" i="0" u="none" strike="noStrike" kern="0" cap="none" spc="0" normalizeH="0" baseline="0" noProof="0" dirty="0">
                <a:ln>
                  <a:noFill/>
                </a:ln>
                <a:solidFill>
                  <a:srgbClr val="000000"/>
                </a:solidFill>
                <a:effectLst/>
                <a:uLnTx/>
                <a:uFillTx/>
                <a:latin typeface="Corbel"/>
                <a:sym typeface="Corbel"/>
              </a:rPr>
              <a:t>(</a:t>
            </a:r>
            <a:r>
              <a:rPr kumimoji="0" lang="pt-PT" sz="1300" b="0" i="0" u="none" strike="noStrike" kern="0" cap="none" spc="0" normalizeH="0" baseline="0" noProof="0" dirty="0" err="1">
                <a:ln>
                  <a:noFill/>
                </a:ln>
                <a:solidFill>
                  <a:srgbClr val="000000"/>
                </a:solidFill>
                <a:effectLst/>
                <a:uLnTx/>
                <a:uFillTx/>
                <a:latin typeface="Corbel"/>
                <a:sym typeface="Corbel"/>
              </a:rPr>
              <a:t>cmd</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catch</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Exception</a:t>
            </a:r>
            <a:r>
              <a:rPr kumimoji="0" lang="pt-PT" sz="1300" b="0" i="0" u="none" strike="noStrike" kern="0" cap="none" spc="0" normalizeH="0" baseline="0" noProof="0" dirty="0">
                <a:ln>
                  <a:noFill/>
                </a:ln>
                <a:solidFill>
                  <a:srgbClr val="000000"/>
                </a:solidFill>
                <a:effectLst/>
                <a:uLnTx/>
                <a:uFillTx/>
                <a:latin typeface="Corbel"/>
                <a:sym typeface="Corbel"/>
              </a:rPr>
              <a:t> e)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e.printStackTrace</a:t>
            </a:r>
            <a:r>
              <a:rPr kumimoji="0" lang="pt-PT" sz="13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lang="pt-PT" sz="1300" b="0" i="0" u="none" strike="noStrike" kern="0" cap="none" spc="0" normalizeH="0" baseline="0" noProof="0" dirty="0">
              <a:ln>
                <a:noFill/>
              </a:ln>
              <a:solidFill>
                <a:srgbClr val="000000"/>
              </a:solidFill>
              <a:effectLst/>
              <a:uLnTx/>
              <a:uFillTx/>
              <a:latin typeface="Corbel"/>
              <a:sym typeface="Corbel"/>
            </a:endParaRP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err="1">
                <a:ln>
                  <a:noFill/>
                </a:ln>
                <a:solidFill>
                  <a:srgbClr val="000000"/>
                </a:solidFill>
                <a:effectLst/>
                <a:uLnTx/>
                <a:uFillTx/>
                <a:latin typeface="Corbel"/>
                <a:sym typeface="Corbel"/>
              </a:rPr>
              <a:t>void</a:t>
            </a: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keyPressed</a:t>
            </a:r>
            <a:r>
              <a:rPr kumimoji="0" lang="pt-PT" sz="1300" b="0" i="0" u="none" strike="noStrike" kern="0" cap="none" spc="0" normalizeH="0" baseline="0" noProof="0" dirty="0">
                <a:ln>
                  <a:noFill/>
                </a:ln>
                <a:solidFill>
                  <a:srgbClr val="000000"/>
                </a:solidFill>
                <a:effectLst/>
                <a:uLnTx/>
                <a:uFillTx/>
                <a:latin typeface="Corbel"/>
                <a:sym typeface="Corbel"/>
              </a:rPr>
              <a:t>() {</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  </a:t>
            </a:r>
            <a:r>
              <a:rPr kumimoji="0" lang="pt-PT" sz="1300" b="0" i="0" u="none" strike="noStrike" kern="0" cap="none" spc="0" normalizeH="0" baseline="0" noProof="0" dirty="0" err="1">
                <a:ln>
                  <a:noFill/>
                </a:ln>
                <a:solidFill>
                  <a:srgbClr val="000000"/>
                </a:solidFill>
                <a:effectLst/>
                <a:uLnTx/>
                <a:uFillTx/>
                <a:latin typeface="Corbel"/>
                <a:sym typeface="Corbel"/>
              </a:rPr>
              <a:t>b.steer</a:t>
            </a:r>
            <a:r>
              <a:rPr kumimoji="0" lang="pt-PT" sz="1300" b="0" i="0" u="none" strike="noStrike" kern="0" cap="none" spc="0" normalizeH="0" baseline="0" noProof="0" dirty="0">
                <a:ln>
                  <a:noFill/>
                </a:ln>
                <a:solidFill>
                  <a:srgbClr val="000000"/>
                </a:solidFill>
                <a:effectLst/>
                <a:uLnTx/>
                <a:uFillTx/>
                <a:latin typeface="Corbel"/>
                <a:sym typeface="Corbel"/>
              </a:rPr>
              <a:t>(</a:t>
            </a:r>
            <a:r>
              <a:rPr kumimoji="0" lang="pt-PT" sz="1300" b="0" i="0" u="none" strike="noStrike" kern="0" cap="none" spc="0" normalizeH="0" baseline="0" noProof="0" dirty="0" err="1">
                <a:ln>
                  <a:noFill/>
                </a:ln>
                <a:solidFill>
                  <a:srgbClr val="000000"/>
                </a:solidFill>
                <a:effectLst/>
                <a:uLnTx/>
                <a:uFillTx/>
                <a:latin typeface="Corbel"/>
                <a:sym typeface="Corbel"/>
              </a:rPr>
              <a:t>key</a:t>
            </a:r>
            <a:r>
              <a:rPr kumimoji="0" lang="pt-PT" sz="1300" b="0" i="0" u="none" strike="noStrike" kern="0" cap="none" spc="0" normalizeH="0" baseline="0" noProof="0" dirty="0">
                <a:ln>
                  <a:noFill/>
                </a:ln>
                <a:solidFill>
                  <a:srgbClr val="000000"/>
                </a:solidFill>
                <a:effectLst/>
                <a:uLnTx/>
                <a:uFillTx/>
                <a:latin typeface="Corbel"/>
                <a:sym typeface="Corbel"/>
              </a:rPr>
              <a:t>);</a:t>
            </a:r>
          </a:p>
          <a:p>
            <a:pPr marL="0" marR="0" lvl="0" indent="0" algn="l" defTabSz="914400" rtl="0" eaLnBrk="1" fontAlgn="auto" latinLnBrk="0" hangingPunct="0">
              <a:lnSpc>
                <a:spcPct val="100000"/>
              </a:lnSpc>
              <a:spcBef>
                <a:spcPts val="0"/>
              </a:spcBef>
              <a:spcAft>
                <a:spcPts val="0"/>
              </a:spcAft>
              <a:buClrTx/>
              <a:buSzTx/>
              <a:buFontTx/>
              <a:buNone/>
              <a:tabLst/>
              <a:defRPr/>
            </a:pPr>
            <a:r>
              <a:rPr kumimoji="0" lang="pt-PT" sz="1300" b="0" i="0" u="none" strike="noStrike" kern="0" cap="none" spc="0" normalizeH="0" baseline="0" noProof="0" dirty="0">
                <a:ln>
                  <a:noFill/>
                </a:ln>
                <a:solidFill>
                  <a:srgbClr val="000000"/>
                </a:solidFill>
                <a:effectLst/>
                <a:uLnTx/>
                <a:uFillTx/>
                <a:latin typeface="Corbel"/>
                <a:sym typeface="Corbel"/>
              </a:rPr>
              <a:t>}</a:t>
            </a:r>
          </a:p>
        </p:txBody>
      </p:sp>
      <p:sp>
        <p:nvSpPr>
          <p:cNvPr id="4" name="Title 1">
            <a:extLst>
              <a:ext uri="{FF2B5EF4-FFF2-40B4-BE49-F238E27FC236}">
                <a16:creationId xmlns:a16="http://schemas.microsoft.com/office/drawing/2014/main" id="{E7D2BB44-C068-2CCB-42A7-C279C8911CE0}"/>
              </a:ext>
            </a:extLst>
          </p:cNvPr>
          <p:cNvSpPr txBox="1">
            <a:spLocks/>
          </p:cNvSpPr>
          <p:nvPr/>
        </p:nvSpPr>
        <p:spPr>
          <a:xfrm>
            <a:off x="259685" y="3082718"/>
            <a:ext cx="7272395" cy="101750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t">
            <a:normAutofit fontScale="97500"/>
          </a:bodyPr>
          <a:lstStyle>
            <a:lvl1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000000"/>
                </a:solidFill>
                <a:uFillTx/>
                <a:latin typeface="+mj-lt"/>
                <a:ea typeface="+mj-ea"/>
                <a:cs typeface="+mj-cs"/>
                <a:sym typeface="Corbel"/>
              </a:defRPr>
            </a:lvl1pPr>
            <a:lvl2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2pPr>
            <a:lvl3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3pPr>
            <a:lvl4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4pPr>
            <a:lvl5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5pPr>
            <a:lvl6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6pPr>
            <a:lvl7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7pPr>
            <a:lvl8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8pPr>
            <a:lvl9pPr marL="0" marR="0" indent="0" algn="l" defTabSz="914400" rtl="0" latinLnBrk="0">
              <a:lnSpc>
                <a:spcPct val="90000"/>
              </a:lnSpc>
              <a:spcBef>
                <a:spcPts val="0"/>
              </a:spcBef>
              <a:spcAft>
                <a:spcPts val="0"/>
              </a:spcAft>
              <a:buClrTx/>
              <a:buSzTx/>
              <a:buFontTx/>
              <a:buNone/>
              <a:tabLst/>
              <a:defRPr sz="3600" b="0" i="0" u="none" strike="noStrike" cap="none" spc="100" baseline="0">
                <a:solidFill>
                  <a:srgbClr val="FFFFFF"/>
                </a:solidFill>
                <a:uFillTx/>
                <a:latin typeface="+mj-lt"/>
                <a:ea typeface="+mj-ea"/>
                <a:cs typeface="+mj-cs"/>
                <a:sym typeface="Corbel"/>
              </a:defRPr>
            </a:lvl9pPr>
          </a:lstStyle>
          <a:p>
            <a:pPr marL="0" marR="0" lvl="0" indent="0" algn="l" defTabSz="914400" rtl="0" eaLnBrk="1" fontAlgn="auto" latinLnBrk="0" hangingPunct="1">
              <a:lnSpc>
                <a:spcPct val="100000"/>
              </a:lnSpc>
              <a:spcBef>
                <a:spcPts val="0"/>
              </a:spcBef>
              <a:spcAft>
                <a:spcPts val="0"/>
              </a:spcAft>
              <a:buClrTx/>
              <a:buSzTx/>
              <a:buFontTx/>
              <a:buNone/>
              <a:tabLst/>
              <a:defRPr sz="3000" spc="93"/>
            </a:pPr>
            <a:r>
              <a:rPr kumimoji="0" lang="en-GB" sz="3000" b="0" i="0" u="none" strike="noStrike" kern="0" cap="none" spc="93" normalizeH="0" baseline="0" noProof="0" dirty="0">
                <a:ln>
                  <a:noFill/>
                </a:ln>
                <a:solidFill>
                  <a:srgbClr val="000000"/>
                </a:solidFill>
                <a:effectLst/>
                <a:uLnTx/>
                <a:uFillTx/>
                <a:latin typeface="Corbel"/>
                <a:sym typeface="Corbel"/>
              </a:rPr>
              <a:t>A possible solution, Pt1 </a:t>
            </a:r>
            <a:br>
              <a:rPr kumimoji="0" lang="en-GB" sz="3000" b="0" i="0" u="none" strike="noStrike" kern="0" cap="none" spc="93" normalizeH="0" baseline="0" noProof="0" dirty="0">
                <a:ln>
                  <a:noFill/>
                </a:ln>
                <a:solidFill>
                  <a:srgbClr val="000000"/>
                </a:solidFill>
                <a:effectLst/>
                <a:uLnTx/>
                <a:uFillTx/>
                <a:latin typeface="Corbel"/>
                <a:sym typeface="Corbel"/>
              </a:rPr>
            </a:br>
            <a:r>
              <a:rPr kumimoji="0" lang="en-GB" sz="3000" b="0" i="0" u="none" strike="noStrike" kern="0" cap="none" spc="93" normalizeH="0" baseline="0" noProof="0" dirty="0">
                <a:ln>
                  <a:noFill/>
                </a:ln>
                <a:solidFill>
                  <a:srgbClr val="000000"/>
                </a:solidFill>
                <a:effectLst/>
                <a:uLnTx/>
                <a:uFillTx/>
                <a:latin typeface="Corbel"/>
                <a:sym typeface="Corbel"/>
              </a:rPr>
              <a:t>(</a:t>
            </a:r>
            <a:r>
              <a:rPr kumimoji="0" lang="en-GB" sz="3000" b="1" i="0" u="none" strike="noStrike" kern="0" cap="none" spc="93" normalizeH="0" baseline="0" noProof="0" dirty="0">
                <a:ln>
                  <a:noFill/>
                </a:ln>
                <a:solidFill>
                  <a:srgbClr val="000000"/>
                </a:solidFill>
                <a:effectLst/>
                <a:uLnTx/>
                <a:uFillTx/>
                <a:latin typeface="Corbel"/>
                <a:sym typeface="Corbel"/>
              </a:rPr>
              <a:t>Processing)</a:t>
            </a:r>
            <a:endParaRPr kumimoji="0" lang="en-GB" sz="3000" b="0" i="0" u="none" strike="noStrike" kern="0" cap="none" spc="93" normalizeH="0" baseline="0" noProof="0" dirty="0">
              <a:ln>
                <a:noFill/>
              </a:ln>
              <a:solidFill>
                <a:srgbClr val="000000"/>
              </a:solidFill>
              <a:effectLst/>
              <a:uLnTx/>
              <a:uFillTx/>
              <a:latin typeface="Corbel"/>
              <a:sym typeface="Corbel"/>
            </a:endParaRPr>
          </a:p>
        </p:txBody>
      </p:sp>
    </p:spTree>
    <p:extLst>
      <p:ext uri="{BB962C8B-B14F-4D97-AF65-F5344CB8AC3E}">
        <p14:creationId xmlns:p14="http://schemas.microsoft.com/office/powerpoint/2010/main" val="167231468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Text"/>
          <p:cNvSpPr txBox="1"/>
          <p:nvPr/>
        </p:nvSpPr>
        <p:spPr>
          <a:xfrm>
            <a:off x="8511409" y="278087"/>
            <a:ext cx="301917" cy="3302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spAutoFit/>
          </a:bodyPr>
          <a:lstStyle>
            <a:lvl1pPr algn="ctr" defTabSz="584200">
              <a:defRPr sz="1500" b="1"/>
            </a:lvl1pPr>
          </a:lstStyle>
          <a:p>
            <a:pPr marL="0" marR="0" lvl="0" indent="0" algn="ctr" defTabSz="584200" rtl="0" eaLnBrk="1" fontAlgn="auto" latinLnBrk="0" hangingPunct="0">
              <a:lnSpc>
                <a:spcPct val="100000"/>
              </a:lnSpc>
              <a:spcBef>
                <a:spcPts val="0"/>
              </a:spcBef>
              <a:spcAft>
                <a:spcPts val="0"/>
              </a:spcAft>
              <a:buClrTx/>
              <a:buSzTx/>
              <a:buFontTx/>
              <a:buNone/>
              <a:tabLst/>
              <a:defRPr/>
            </a:pPr>
            <a:fld id="{86CB4B4D-7CA3-9044-876B-883B54F8677D}" type="slidenum">
              <a:rPr kumimoji="0" sz="1500" b="1" i="0" u="none" strike="noStrike" kern="0" cap="none" spc="0" normalizeH="0" baseline="0" noProof="0">
                <a:ln>
                  <a:noFill/>
                </a:ln>
                <a:solidFill>
                  <a:srgbClr val="000000"/>
                </a:solidFill>
                <a:effectLst/>
                <a:uLnTx/>
                <a:uFillTx/>
                <a:latin typeface="Corbel"/>
                <a:sym typeface="Corbel"/>
              </a:rPr>
              <a:pPr marL="0" marR="0" lvl="0" indent="0" algn="ctr" defTabSz="584200" rtl="0" eaLnBrk="1" fontAlgn="auto" latinLnBrk="0" hangingPunct="0">
                <a:lnSpc>
                  <a:spcPct val="100000"/>
                </a:lnSpc>
                <a:spcBef>
                  <a:spcPts val="0"/>
                </a:spcBef>
                <a:spcAft>
                  <a:spcPts val="0"/>
                </a:spcAft>
                <a:buClrTx/>
                <a:buSzTx/>
                <a:buFontTx/>
                <a:buNone/>
                <a:tabLst/>
                <a:defRPr/>
              </a:pPr>
              <a:t>11</a:t>
            </a:fld>
            <a:endParaRPr kumimoji="0" sz="1500" b="1" i="0" u="none" strike="noStrike" kern="0" cap="none" spc="0" normalizeH="0" baseline="0" noProof="0">
              <a:ln>
                <a:noFill/>
              </a:ln>
              <a:solidFill>
                <a:srgbClr val="000000"/>
              </a:solidFill>
              <a:effectLst/>
              <a:uLnTx/>
              <a:uFillTx/>
              <a:latin typeface="Corbel"/>
              <a:sym typeface="Corbel"/>
            </a:endParaRPr>
          </a:p>
        </p:txBody>
      </p:sp>
      <p:sp>
        <p:nvSpPr>
          <p:cNvPr id="437" name="Title 1"/>
          <p:cNvSpPr txBox="1">
            <a:spLocks noGrp="1"/>
          </p:cNvSpPr>
          <p:nvPr>
            <p:ph type="title"/>
          </p:nvPr>
        </p:nvSpPr>
        <p:spPr>
          <a:xfrm>
            <a:off x="216571" y="2850663"/>
            <a:ext cx="3086027" cy="1017504"/>
          </a:xfrm>
          <a:prstGeom prst="rect">
            <a:avLst/>
          </a:prstGeom>
        </p:spPr>
        <p:txBody>
          <a:bodyPr anchor="t">
            <a:noAutofit/>
          </a:bodyPr>
          <a:lstStyle/>
          <a:p>
            <a:pPr>
              <a:lnSpc>
                <a:spcPct val="100000"/>
              </a:lnSpc>
              <a:defRPr sz="3000" spc="93"/>
            </a:pPr>
            <a:r>
              <a:rPr sz="2100" dirty="0"/>
              <a:t>A possible solution</a:t>
            </a:r>
            <a:r>
              <a:rPr lang="pt-PT" sz="2100" dirty="0"/>
              <a:t>, Pt2</a:t>
            </a:r>
            <a:r>
              <a:rPr sz="2100" dirty="0"/>
              <a:t> </a:t>
            </a:r>
            <a:br>
              <a:rPr lang="pt-PT" sz="2100" dirty="0"/>
            </a:br>
            <a:r>
              <a:rPr sz="2100" dirty="0"/>
              <a:t>(</a:t>
            </a:r>
            <a:r>
              <a:rPr lang="pt-PT" sz="2100" b="1" dirty="0" err="1"/>
              <a:t>Processing</a:t>
            </a:r>
            <a:r>
              <a:rPr lang="pt-PT" sz="2100" b="1" dirty="0"/>
              <a:t>, </a:t>
            </a:r>
            <a:r>
              <a:rPr lang="pt-PT" sz="2100" dirty="0" err="1"/>
              <a:t>class</a:t>
            </a:r>
            <a:r>
              <a:rPr lang="pt-PT" sz="2100" dirty="0"/>
              <a:t> to </a:t>
            </a:r>
            <a:br>
              <a:rPr lang="pt-PT" sz="2100" dirty="0"/>
            </a:br>
            <a:r>
              <a:rPr lang="pt-PT" sz="2100" dirty="0" err="1"/>
              <a:t>handle</a:t>
            </a:r>
            <a:r>
              <a:rPr lang="pt-PT" sz="2100" dirty="0"/>
              <a:t> </a:t>
            </a:r>
            <a:r>
              <a:rPr lang="pt-PT" sz="2100" dirty="0" err="1"/>
              <a:t>ball</a:t>
            </a:r>
            <a:r>
              <a:rPr sz="2100" dirty="0"/>
              <a:t>)</a:t>
            </a:r>
          </a:p>
        </p:txBody>
      </p:sp>
      <p:sp>
        <p:nvSpPr>
          <p:cNvPr id="438" name="import turtle…"/>
          <p:cNvSpPr txBox="1"/>
          <p:nvPr/>
        </p:nvSpPr>
        <p:spPr>
          <a:xfrm>
            <a:off x="3077758" y="0"/>
            <a:ext cx="6163057" cy="7012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class ball{</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PVector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pos</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int rad;</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endParaRPr kumimoji="0" lang="en-GB" sz="500" b="0" i="0" u="none" strike="noStrike" kern="0" cap="none" spc="0" normalizeH="0" baseline="0" noProof="0" dirty="0">
              <a:ln>
                <a:noFill/>
              </a:ln>
              <a:solidFill>
                <a:srgbClr val="000000"/>
              </a:solidFill>
              <a:effectLst/>
              <a:uLnTx/>
              <a:uFillTx/>
              <a:latin typeface="Consolas"/>
              <a:cs typeface="Consolas"/>
              <a:sym typeface="Consolas"/>
            </a:endParaRP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ball(int _x, int _y, int _rad) {</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pos</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=new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PVector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(0,0);</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=new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PVector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(0,0);</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pos.x</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=_x;</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pos.y</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=_y;</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rad=_rad;</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dir.x</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=0;</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dir.y</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=-1;</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endParaRPr kumimoji="0" lang="en-GB" sz="500" b="0" i="0" u="none" strike="noStrike" kern="0" cap="none" spc="0" normalizeH="0" baseline="0" noProof="0" dirty="0">
              <a:ln>
                <a:noFill/>
              </a:ln>
              <a:solidFill>
                <a:srgbClr val="000000"/>
              </a:solidFill>
              <a:effectLst/>
              <a:uLnTx/>
              <a:uFillTx/>
              <a:latin typeface="Consolas"/>
              <a:cs typeface="Consolas"/>
              <a:sym typeface="Consolas"/>
            </a:endParaRP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void steer(char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cmd</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if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cmd</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=='L')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dir.rotate</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(radians(-0.2));</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else if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cmd</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=='R')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dir.rotate</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(radians(0.2));;</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endParaRPr kumimoji="0" lang="en-GB" sz="500" b="0" i="0" u="none" strike="noStrike" kern="0" cap="none" spc="0" normalizeH="0" baseline="0" noProof="0" dirty="0">
              <a:ln>
                <a:noFill/>
              </a:ln>
              <a:solidFill>
                <a:srgbClr val="000000"/>
              </a:solidFill>
              <a:effectLst/>
              <a:uLnTx/>
              <a:uFillTx/>
              <a:latin typeface="Consolas"/>
              <a:cs typeface="Consolas"/>
              <a:sym typeface="Consolas"/>
            </a:endParaRP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void move(){</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pos.add</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endParaRPr kumimoji="0" lang="en-GB" sz="500" b="0" i="0" u="none" strike="noStrike" kern="0" cap="none" spc="0" normalizeH="0" baseline="0" noProof="0" dirty="0">
              <a:ln>
                <a:noFill/>
              </a:ln>
              <a:solidFill>
                <a:srgbClr val="000000"/>
              </a:solidFill>
              <a:effectLst/>
              <a:uLnTx/>
              <a:uFillTx/>
              <a:latin typeface="Consolas"/>
              <a:cs typeface="Consolas"/>
              <a:sym typeface="Consolas"/>
            </a:endParaRP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void collide(){</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PVector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 plim=new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PVector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plim=</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PVector.add</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pos,dir</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if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plim.x</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&gt;width-rad) ||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plim.x</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&lt;rad))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dir.rotate</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(2*(HALF_PI-</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dir.heading</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if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plim.y</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&gt;width-rad) ||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plim.y</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&lt;rad)) </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dir.rotate</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(-2*(</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dir.heading</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r>
              <a:rPr kumimoji="0" lang="en-GB" sz="500" b="0" i="0" u="none" strike="noStrike" kern="0" cap="none" spc="0" normalizeH="0" baseline="0" noProof="0" dirty="0">
                <a:ln>
                  <a:noFill/>
                </a:ln>
                <a:solidFill>
                  <a:srgbClr val="000000"/>
                </a:solidFill>
                <a:effectLst/>
                <a:uLnTx/>
                <a:uFillTx/>
                <a:latin typeface="Consolas"/>
                <a:cs typeface="Consolas"/>
                <a:sym typeface="Consolas"/>
              </a:rPr>
              <a:t>   </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void show(){</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ellipse(</a:t>
            </a:r>
            <a:r>
              <a:rPr kumimoji="0" lang="en-GB" sz="1020" b="0" i="0" u="none" strike="noStrike" kern="0" cap="none" spc="0" normalizeH="0" baseline="0" noProof="0" dirty="0" err="1">
                <a:ln>
                  <a:noFill/>
                </a:ln>
                <a:solidFill>
                  <a:srgbClr val="000000"/>
                </a:solidFill>
                <a:effectLst/>
                <a:uLnTx/>
                <a:uFillTx/>
                <a:latin typeface="Consolas"/>
                <a:cs typeface="Consolas"/>
                <a:sym typeface="Consolas"/>
              </a:rPr>
              <a:t>pos.x,pos.y,rad</a:t>
            </a:r>
            <a:r>
              <a:rPr kumimoji="0" lang="en-GB" sz="1020" b="0" i="0" u="none" strike="noStrike" kern="0" cap="none" spc="0" normalizeH="0" baseline="0" noProof="0" dirty="0">
                <a:ln>
                  <a:noFill/>
                </a:ln>
                <a:solidFill>
                  <a:srgbClr val="000000"/>
                </a:solidFill>
                <a:effectLst/>
                <a:uLnTx/>
                <a:uFillTx/>
                <a:latin typeface="Consolas"/>
                <a:cs typeface="Consolas"/>
                <a:sym typeface="Consolas"/>
              </a:rPr>
              <a:t>*2,rad*2);</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    }</a:t>
            </a:r>
          </a:p>
          <a:p>
            <a:pPr marL="0" marR="0" lvl="0" indent="0" algn="l" defTabSz="457200" rtl="0" eaLnBrk="1" fontAlgn="auto" latinLnBrk="0" hangingPunct="0">
              <a:lnSpc>
                <a:spcPct val="130000"/>
              </a:lnSpc>
              <a:spcBef>
                <a:spcPts val="0"/>
              </a:spcBef>
              <a:spcAft>
                <a:spcPts val="0"/>
              </a:spcAft>
              <a:buClrTx/>
              <a:buSzTx/>
              <a:buFontTx/>
              <a:buNone/>
              <a:tabLst/>
              <a:defRPr sz="1600">
                <a:latin typeface="Consolas"/>
                <a:ea typeface="Consolas"/>
                <a:cs typeface="Consolas"/>
                <a:sym typeface="Consolas"/>
              </a:defRPr>
            </a:pPr>
            <a:r>
              <a:rPr kumimoji="0" lang="en-GB" sz="1020" b="0" i="0" u="none" strike="noStrike" kern="0" cap="none" spc="0" normalizeH="0" baseline="0" noProof="0" dirty="0">
                <a:ln>
                  <a:noFill/>
                </a:ln>
                <a:solidFill>
                  <a:srgbClr val="000000"/>
                </a:solidFill>
                <a:effectLst/>
                <a:uLnTx/>
                <a:uFillTx/>
                <a:latin typeface="Consolas"/>
                <a:cs typeface="Consolas"/>
                <a:sym typeface="Consolas"/>
              </a:rPr>
              <a:t>}</a:t>
            </a:r>
          </a:p>
        </p:txBody>
      </p:sp>
      <p:cxnSp>
        <p:nvCxnSpPr>
          <p:cNvPr id="3" name="Straight Arrow Connector 2">
            <a:extLst>
              <a:ext uri="{FF2B5EF4-FFF2-40B4-BE49-F238E27FC236}">
                <a16:creationId xmlns:a16="http://schemas.microsoft.com/office/drawing/2014/main" id="{0AD83DA2-59D6-F03E-67CE-0244AFF6F341}"/>
              </a:ext>
            </a:extLst>
          </p:cNvPr>
          <p:cNvCxnSpPr>
            <a:cxnSpLocks/>
          </p:cNvCxnSpPr>
          <p:nvPr/>
        </p:nvCxnSpPr>
        <p:spPr>
          <a:xfrm>
            <a:off x="2223768" y="5271247"/>
            <a:ext cx="1272467" cy="53790"/>
          </a:xfrm>
          <a:prstGeom prst="straightConnector1">
            <a:avLst/>
          </a:prstGeom>
          <a:noFill/>
          <a:ln w="19050" cap="flat">
            <a:solidFill>
              <a:schemeClr val="accent1">
                <a:lumMod val="50000"/>
              </a:schemeClr>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4" name="TextBox 3">
            <a:extLst>
              <a:ext uri="{FF2B5EF4-FFF2-40B4-BE49-F238E27FC236}">
                <a16:creationId xmlns:a16="http://schemas.microsoft.com/office/drawing/2014/main" id="{0F6F0FF9-E6DF-37CB-F874-541705764A78}"/>
              </a:ext>
            </a:extLst>
          </p:cNvPr>
          <p:cNvSpPr txBox="1"/>
          <p:nvPr/>
        </p:nvSpPr>
        <p:spPr>
          <a:xfrm>
            <a:off x="181684" y="5009638"/>
            <a:ext cx="2141968"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PT" sz="1400" b="0" i="0" u="none" strike="noStrike" kern="0" cap="none" spc="0" normalizeH="0" baseline="0" noProof="0" dirty="0">
                <a:ln>
                  <a:noFill/>
                </a:ln>
                <a:solidFill>
                  <a:srgbClr val="000000"/>
                </a:solidFill>
                <a:effectLst/>
                <a:uLnTx/>
                <a:uFillTx/>
                <a:latin typeface="Corbel"/>
                <a:ea typeface="+mj-ea"/>
                <a:cs typeface="+mj-cs"/>
                <a:sym typeface="Corbel"/>
              </a:rPr>
              <a:t>Handles collisions with left or right window limits.</a:t>
            </a:r>
          </a:p>
        </p:txBody>
      </p:sp>
      <p:sp>
        <p:nvSpPr>
          <p:cNvPr id="5" name="TextBox 4">
            <a:extLst>
              <a:ext uri="{FF2B5EF4-FFF2-40B4-BE49-F238E27FC236}">
                <a16:creationId xmlns:a16="http://schemas.microsoft.com/office/drawing/2014/main" id="{ACAF079E-8ECE-B0FB-E1F4-D86CC01A190D}"/>
              </a:ext>
            </a:extLst>
          </p:cNvPr>
          <p:cNvSpPr txBox="1"/>
          <p:nvPr/>
        </p:nvSpPr>
        <p:spPr>
          <a:xfrm>
            <a:off x="181684" y="5842227"/>
            <a:ext cx="2141968" cy="5232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PT" sz="1400" b="0" i="0" u="none" strike="noStrike" kern="0" cap="none" spc="0" normalizeH="0" baseline="0" noProof="0" dirty="0">
                <a:ln>
                  <a:noFill/>
                </a:ln>
                <a:solidFill>
                  <a:srgbClr val="000000"/>
                </a:solidFill>
                <a:effectLst/>
                <a:uLnTx/>
                <a:uFillTx/>
                <a:latin typeface="Corbel"/>
                <a:ea typeface="+mj-ea"/>
                <a:cs typeface="+mj-cs"/>
                <a:sym typeface="Corbel"/>
              </a:rPr>
              <a:t>Handles collisions with top  or bottom window limits.</a:t>
            </a:r>
          </a:p>
        </p:txBody>
      </p:sp>
      <p:cxnSp>
        <p:nvCxnSpPr>
          <p:cNvPr id="8" name="Straight Arrow Connector 7">
            <a:extLst>
              <a:ext uri="{FF2B5EF4-FFF2-40B4-BE49-F238E27FC236}">
                <a16:creationId xmlns:a16="http://schemas.microsoft.com/office/drawing/2014/main" id="{16FEE13C-0D7A-524B-B9D7-6A7EF4591C8D}"/>
              </a:ext>
            </a:extLst>
          </p:cNvPr>
          <p:cNvCxnSpPr>
            <a:cxnSpLocks/>
            <a:stCxn id="5" idx="3"/>
          </p:cNvCxnSpPr>
          <p:nvPr/>
        </p:nvCxnSpPr>
        <p:spPr>
          <a:xfrm flipV="1">
            <a:off x="2323652" y="5532856"/>
            <a:ext cx="1172583" cy="570980"/>
          </a:xfrm>
          <a:prstGeom prst="straightConnector1">
            <a:avLst/>
          </a:prstGeom>
          <a:noFill/>
          <a:ln w="19050" cap="flat">
            <a:solidFill>
              <a:schemeClr val="accent1">
                <a:lumMod val="50000"/>
              </a:schemeClr>
            </a:solidFill>
            <a:prstDash val="solid"/>
            <a:miter lim="800000"/>
            <a:tailEnd type="triangle"/>
          </a:ln>
          <a:effectLst/>
          <a:sp3d/>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019199547"/>
      </p:ext>
    </p:extLst>
  </p:cSld>
  <p:clrMapOvr>
    <a:masterClrMapping/>
  </p:clrMapOvr>
  <p:transition spd="me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S102895261">
  <a:themeElements>
    <a:clrScheme name="TS102895261">
      <a:dk1>
        <a:srgbClr val="000000"/>
      </a:dk1>
      <a:lt1>
        <a:srgbClr val="FFFFFF"/>
      </a:lt1>
      <a:dk2>
        <a:srgbClr val="A7A7A7"/>
      </a:dk2>
      <a:lt2>
        <a:srgbClr val="535353"/>
      </a:lt2>
      <a:accent1>
        <a:srgbClr val="56C5FF"/>
      </a:accent1>
      <a:accent2>
        <a:srgbClr val="4BB836"/>
      </a:accent2>
      <a:accent3>
        <a:srgbClr val="F8B004"/>
      </a:accent3>
      <a:accent4>
        <a:srgbClr val="972ACD"/>
      </a:accent4>
      <a:accent5>
        <a:srgbClr val="F86E24"/>
      </a:accent5>
      <a:accent6>
        <a:srgbClr val="DB30C7"/>
      </a:accent6>
      <a:hlink>
        <a:srgbClr val="0000FF"/>
      </a:hlink>
      <a:folHlink>
        <a:srgbClr val="FF00FF"/>
      </a:folHlink>
    </a:clrScheme>
    <a:fontScheme name="TS102895261">
      <a:majorFont>
        <a:latin typeface="Corbel"/>
        <a:ea typeface="Corbel"/>
        <a:cs typeface="Corbel"/>
      </a:majorFont>
      <a:minorFont>
        <a:latin typeface="Helvetica"/>
        <a:ea typeface="Helvetica"/>
        <a:cs typeface="Helvetica"/>
      </a:minorFont>
    </a:fontScheme>
    <a:fmtScheme name="TS10289526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orbe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orbe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26</TotalTime>
  <Words>1165</Words>
  <Application>Microsoft Macintosh PowerPoint</Application>
  <PresentationFormat>On-screen Show (4:3)</PresentationFormat>
  <Paragraphs>178</Paragraphs>
  <Slides>11</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11</vt:i4>
      </vt:variant>
    </vt:vector>
  </HeadingPairs>
  <TitlesOfParts>
    <vt:vector size="20" baseType="lpstr">
      <vt:lpstr>Aptos</vt:lpstr>
      <vt:lpstr>Aptos Display</vt:lpstr>
      <vt:lpstr>Arial</vt:lpstr>
      <vt:lpstr>Consolas</vt:lpstr>
      <vt:lpstr>Corbel</vt:lpstr>
      <vt:lpstr>Helvetica</vt:lpstr>
      <vt:lpstr>Menlo</vt:lpstr>
      <vt:lpstr>Office Theme</vt:lpstr>
      <vt:lpstr>1_TS102895261</vt:lpstr>
      <vt:lpstr>Homework Challenge 1 solution</vt:lpstr>
      <vt:lpstr>Shall we move a turtle?</vt:lpstr>
      <vt:lpstr>Arduino side:</vt:lpstr>
      <vt:lpstr>Arduino side:</vt:lpstr>
      <vt:lpstr>A possible solution (Arduino Side)</vt:lpstr>
      <vt:lpstr>What now?</vt:lpstr>
      <vt:lpstr>PowerPoint Presentation</vt:lpstr>
      <vt:lpstr>PowerPoint Presentation</vt:lpstr>
      <vt:lpstr>A more elegant solution for the first class challenge</vt:lpstr>
      <vt:lpstr>PowerPoint Presentation</vt:lpstr>
      <vt:lpstr>A possible solution, Pt2  (Processing, class to  handle ball)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Tiago Cruz</dc:creator>
  <cp:lastModifiedBy>Sérgio Rebelo</cp:lastModifiedBy>
  <cp:revision>5</cp:revision>
  <dcterms:created xsi:type="dcterms:W3CDTF">2025-03-21T14:02:28Z</dcterms:created>
  <dcterms:modified xsi:type="dcterms:W3CDTF">2025-03-24T18:59:27Z</dcterms:modified>
</cp:coreProperties>
</file>